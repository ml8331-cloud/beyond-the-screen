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a285c176bea47b2" /><Relationship Type="http://schemas.openxmlformats.org/officeDocument/2006/relationships/extended-properties" Target="/docProps/app.xml" Id="Rdb329ea03f234385" /><Relationship Type="http://schemas.openxmlformats.org/officeDocument/2006/relationships/officeDocument" Target="/ppt/presentation.xml" Id="Rde757481c8724a51" /></Relationships>
</file>

<file path=ppt/presentation.xml><?xml version="1.0" encoding="utf-8"?>
<p:presentation xmlns:p="http://schemas.openxmlformats.org/presentationml/2006/main">
  <p:sldMasterIdLst>
    <p:sldMasterId xmlns:r="http://schemas.openxmlformats.org/officeDocument/2006/relationships" id="2147483648" r:id="R2c05b511700141be"/>
  </p:sldMasterIdLst>
  <p:notesMasterIdLst>
    <p:notesMasterId xmlns:r="http://schemas.openxmlformats.org/officeDocument/2006/relationships" r:id="Rf9962dc51ad04104"/>
  </p:notesMasterIdLst>
  <p:sldIdLst>
    <p:sldId xmlns:r="http://schemas.openxmlformats.org/officeDocument/2006/relationships" id="256" r:id="R2c85aeba94f54273"/>
    <p:sldId xmlns:r="http://schemas.openxmlformats.org/officeDocument/2006/relationships" id="257" r:id="Ra7866d77773144f2"/>
    <p:sldId xmlns:r="http://schemas.openxmlformats.org/officeDocument/2006/relationships" id="258" r:id="Rf18f16031d50498d"/>
    <p:sldId xmlns:r="http://schemas.openxmlformats.org/officeDocument/2006/relationships" id="259" r:id="Rafacadda53f1473a"/>
    <p:sldId xmlns:r="http://schemas.openxmlformats.org/officeDocument/2006/relationships" id="260" r:id="Rc74144bfd63641f6"/>
    <p:sldId xmlns:r="http://schemas.openxmlformats.org/officeDocument/2006/relationships" id="261" r:id="Rc9a77afbc5cd4ba0"/>
    <p:sldId xmlns:r="http://schemas.openxmlformats.org/officeDocument/2006/relationships" id="262" r:id="R03e768a13a8f4ffa"/>
    <p:sldId xmlns:r="http://schemas.openxmlformats.org/officeDocument/2006/relationships" id="263" r:id="Rf20a40b4a35b4d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cadd73223f49ee" /><Relationship Type="http://schemas.openxmlformats.org/officeDocument/2006/relationships/slideMaster" Target="/ppt/slideMasters/slideMaster1.xml" Id="R2c05b511700141be" /><Relationship Type="http://schemas.openxmlformats.org/officeDocument/2006/relationships/notesMaster" Target="/ppt/notesMasters/notesMaster1.xml" Id="Rf9962dc51ad04104" /><Relationship Type="http://schemas.openxmlformats.org/officeDocument/2006/relationships/presProps" Target="/ppt/presProps.xml" Id="R7bf261475fdb4846" /><Relationship Type="http://schemas.openxmlformats.org/officeDocument/2006/relationships/tableStyles" Target="/ppt/tableStyles.xml" Id="Rde115cbc4afa4018" /><Relationship Type="http://schemas.openxmlformats.org/officeDocument/2006/relationships/slide" Target="/ppt/slides/slide1.xml" Id="R2c85aeba94f54273" /><Relationship Type="http://schemas.openxmlformats.org/officeDocument/2006/relationships/slide" Target="/ppt/slides/slide2.xml" Id="Ra7866d77773144f2" /><Relationship Type="http://schemas.openxmlformats.org/officeDocument/2006/relationships/slide" Target="/ppt/slides/slide3.xml" Id="Rf18f16031d50498d" /><Relationship Type="http://schemas.openxmlformats.org/officeDocument/2006/relationships/slide" Target="/ppt/slides/slide4.xml" Id="Rafacadda53f1473a" /><Relationship Type="http://schemas.openxmlformats.org/officeDocument/2006/relationships/slide" Target="/ppt/slides/slide5.xml" Id="Rc74144bfd63641f6" /><Relationship Type="http://schemas.openxmlformats.org/officeDocument/2006/relationships/slide" Target="/ppt/slides/slide6.xml" Id="Rc9a77afbc5cd4ba0" /><Relationship Type="http://schemas.openxmlformats.org/officeDocument/2006/relationships/slide" Target="/ppt/slides/slide7.xml" Id="R03e768a13a8f4ffa" /><Relationship Type="http://schemas.openxmlformats.org/officeDocument/2006/relationships/slide" Target="/ppt/slides/slide8.xml" Id="Rf20a40b4a35b4d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0104ba3c3d46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eeb1fbd59447ae" /><Relationship Type="http://schemas.openxmlformats.org/officeDocument/2006/relationships/notesMaster" Target="/ppt/notesMasters/notesMaster1.xml" Id="R9f44721b045f4e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b948aea9a84a3b" /><Relationship Type="http://schemas.openxmlformats.org/officeDocument/2006/relationships/notesMaster" Target="/ppt/notesMasters/notesMaster1.xml" Id="Rec6baa5865ee4a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839732a3a84528" /><Relationship Type="http://schemas.openxmlformats.org/officeDocument/2006/relationships/notesMaster" Target="/ppt/notesMasters/notesMaster1.xml" Id="R26f3267b0ce146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1fa8a9ed834430" /><Relationship Type="http://schemas.openxmlformats.org/officeDocument/2006/relationships/notesMaster" Target="/ppt/notesMasters/notesMaster1.xml" Id="R387c00357eab43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db8ef3ffa84f35" /><Relationship Type="http://schemas.openxmlformats.org/officeDocument/2006/relationships/notesMaster" Target="/ppt/notesMasters/notesMaster1.xml" Id="R42bcc77fb6f042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e9b63d96f541be" /><Relationship Type="http://schemas.openxmlformats.org/officeDocument/2006/relationships/notesMaster" Target="/ppt/notesMasters/notesMaster1.xml" Id="Rc86086c2191943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72bdf700494966" /><Relationship Type="http://schemas.openxmlformats.org/officeDocument/2006/relationships/notesMaster" Target="/ppt/notesMasters/notesMaster1.xml" Id="R078ac970f6534e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477972ad1b4ec1" /><Relationship Type="http://schemas.openxmlformats.org/officeDocument/2006/relationships/notesMaster" Target="/ppt/notesMasters/notesMaster1.xml" Id="Rec99b63e3dcc4a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 portfolio project. Not affiliated with, commissioned by, or endorsed by FOX Entertainment. No FOX internal data or campaign results. Visual inspiration: public OneFOX presentation https://media.foxadsolutions.com/wp-content/uploads/2024/06/03120903/OneFOX_2024-1.pdf . This is not an internal FOX template. Original abstract background generated with ImageGen. No FOX artwork or logos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not a proven outcome. Source: data/research.json. Public YouTube convenience sample excludes one unlisted upload. No access to impressions, retention, demographics, paid delivery or streaming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https://trends.google.com/trends/explore?date=2025-01-01%202025-12-31&amp;geo=US&amp;q=The%20Masked%20Singer,The%20Floor%20FOX</a:t>
            </a:r>
          </a:p>
          <a:p xmlns:a="http://schemas.openxmlformats.org/drawingml/2006/main">
            <a:r>
              <a:t>Visible chart table transcribed on 2026-10-19. Terms, not Topics. Related queries for The Floor FOX included fox news and fox news live, so do not infer relative show size. Peak observation is descriptive, with no causal attribution. Google methods: https://support.google.com/trends/answer/4365533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Look at the Floor Season 2 With Rob Lowe: https://www.youtube.com/watch?v=7Cuq9u6Q5Ww; 435953 views; published 2024-09-05</a:t>
            </a:r>
          </a:p>
          <a:p xmlns:a="http://schemas.openxmlformats.org/drawingml/2006/main">
            <a:r>
              <a:t>First Look at Season 3 of The Floor With Rob Lowe: https://www.youtube.com/watch?v=9kFE61lMpOc; 194369 views; published 2025-01-30</a:t>
            </a:r>
          </a:p>
          <a:p xmlns:a="http://schemas.openxmlformats.org/drawingml/2006/main">
            <a:r>
              <a:t>1 Hour Of The Floor BUT It’s Only Trivia Duels!: https://www.youtube.com/watch?v=kNhKRdgHmMA; 10690 views; published 2026-07-12</a:t>
            </a:r>
          </a:p>
          <a:p xmlns:a="http://schemas.openxmlformats.org/drawingml/2006/main">
            <a:r>
              <a:t>All Season 14 Reveals Compilation: https://www.youtube.com/watch?v=-590_wygTKw; 186068 views; published 2026-04-02</a:t>
            </a:r>
          </a:p>
          <a:p xmlns:a="http://schemas.openxmlformats.org/drawingml/2006/main">
            <a:r>
              <a:t>The Clues: Snowcone | Season 14: https://www.youtube.com/watch?v=a9foLZVR_ig; 18044 views; published 2026-01-08</a:t>
            </a:r>
          </a:p>
          <a:p xmlns:a="http://schemas.openxmlformats.org/drawingml/2006/main">
            <a:r>
              <a:t>Channel displays currently read Reality Club and The Masked Singer. Browser expanded descriptions supersede stale search-engine counts. No view velocity or conversion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Creative proposal and test hypothesis, not an observed campaign result. Official Snowcone clue package and reveal compilation establish that both content types exist. https://www.youtube.com/watch?v=-590_wygTKw</a:t>
            </a:r>
          </a:p>
          <a:p xmlns:a="http://schemas.openxmlformats.org/drawingml/2006/main">
            <a:r>
              <a:t>https://www.youtube.com/watch?v=a9foLZVR_ig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only. Format reference: https://www.fox.com/detail/series/SER002989TGTE/the-floor . Official duel compilation: https://www.youtube.com/watch?v=kNhKRdgHmMA . Do not assume public view counts establish preference for participation.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Assumptions: baseline p1=.01, p2=.012, effect +20% relative. Normal approximation n=[z_(1-alpha/2)*sqrt(2*pbar*(1-pbar))+z_.8*sqrt(p1*(1-p1)+p2*(1-p2))]^2/(p2-p1)^2. alpha .025 per test gives family-wise .05 for two tests via Bonferroni. Approximately 52k per arm. Recalculate with actual baseline, cluster/repeat exposure and eligible consented measurement. Lock analysis before launch. No FOX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proposed 30-day workflow. If sample size is insufficient by day 30, report inconclusive and extend only under the prespecified rule. Public evidence and methods: data/research.json, METHODOLOGY.md and sources.csv. All recommendations remain untested. Independent application portfolio project. Not affiliated with, commissioned by, or endorsed by FOX Entertainment. No FOX internal data or campaign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aae835839e47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c1c7aa6ebe4e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e59cc7467d45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5e618c72414c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b8eaf27ba34a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e43333f96b41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7FDAF8-23E6-427F-A74B-695DD9F70CA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47E916-2897-46DF-9784-ED1C94522CA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ECEE76-BCB5-4647-97AC-0F8825220D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40C83E-2849-4C1B-82E6-26EA1E7155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AD7054-5865-423A-9FC8-BD6120255E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A2628E-CBAC-4159-B7BD-A0EA546EDC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CCFED3-83F1-4ABC-8C7F-7335DB7840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C84A71E-A945-4CDC-9DF2-E73B69C5BE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CDDAEE-32AF-4EE9-924B-852657EE7C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3D5F2B-73A5-479E-A463-221D944652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5cd1befc044257" /><Relationship Type="http://schemas.openxmlformats.org/officeDocument/2006/relationships/slideLayout" Target="/ppt/slideLayouts/slideLayout1.xml" Id="Ra3a9cc552c754edb" /><Relationship Type="http://schemas.openxmlformats.org/officeDocument/2006/relationships/slideLayout" Target="/ppt/slideLayouts/slideLayout2.xml" Id="Re7179d8f13294e52" /><Relationship Type="http://schemas.openxmlformats.org/officeDocument/2006/relationships/slideLayout" Target="/ppt/slideLayouts/slideLayout3.xml" Id="Rbb0008cc4db54b5b" /><Relationship Type="http://schemas.openxmlformats.org/officeDocument/2006/relationships/slideLayout" Target="/ppt/slideLayouts/slideLayout4.xml" Id="R40155a97b7a44c06" /><Relationship Type="http://schemas.openxmlformats.org/officeDocument/2006/relationships/slideLayout" Target="/ppt/slideLayouts/slideLayout5.xml" Id="R198e65809c3e41c9" /><Relationship Type="http://schemas.openxmlformats.org/officeDocument/2006/relationships/slideLayout" Target="/ppt/slideLayouts/slideLayout6.xml" Id="R608084b4502b4f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a9cc552c754edb"/>
    <p:sldLayoutId xmlns:r="http://schemas.openxmlformats.org/officeDocument/2006/relationships" id="2147483650" r:id="Re7179d8f13294e52"/>
    <p:sldLayoutId xmlns:r="http://schemas.openxmlformats.org/officeDocument/2006/relationships" id="2147483651" r:id="Rbb0008cc4db54b5b"/>
    <p:sldLayoutId xmlns:r="http://schemas.openxmlformats.org/officeDocument/2006/relationships" id="2147483652" r:id="R40155a97b7a44c06"/>
    <p:sldLayoutId xmlns:r="http://schemas.openxmlformats.org/officeDocument/2006/relationships" id="2147483653" r:id="R198e65809c3e41c9"/>
    <p:sldLayoutId xmlns:r="http://schemas.openxmlformats.org/officeDocument/2006/relationships" id="2147483654" r:id="R608084b4502b4f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201bb4b5c1457c" /><Relationship Type="http://schemas.openxmlformats.org/officeDocument/2006/relationships/image" Target="/ppt/media/image.png" Id="R23104eeb96054c64" /><Relationship Type="http://schemas.openxmlformats.org/officeDocument/2006/relationships/notesSlide" Target="/ppt/notesSlides/notesSlide1.xml" Id="R08b261ab16ef49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e987bcca4f4f89" /><Relationship Type="http://schemas.openxmlformats.org/officeDocument/2006/relationships/notesSlide" Target="/ppt/notesSlides/notesSlide2.xml" Id="R2cbfa77c75af41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267ec06d874ea8" /><Relationship Type="http://schemas.openxmlformats.org/officeDocument/2006/relationships/chart" Target="/ppt/slides/charts/chart1.xml" Id="Rfe25e469a3f546d2" /><Relationship Type="http://schemas.openxmlformats.org/officeDocument/2006/relationships/notesSlide" Target="/ppt/notesSlides/notesSlide3.xml" Id="Rc83a84a5fee744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0ad0128deb4f32" /><Relationship Type="http://schemas.openxmlformats.org/officeDocument/2006/relationships/chart" Target="/ppt/slides/charts/chart2.xml" Id="R251344504b274661" /><Relationship Type="http://schemas.openxmlformats.org/officeDocument/2006/relationships/notesSlide" Target="/ppt/notesSlides/notesSlide4.xml" Id="R6607a0648ae349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521db5e00324609" /><Relationship Type="http://schemas.openxmlformats.org/officeDocument/2006/relationships/notesSlide" Target="/ppt/notesSlides/notesSlide5.xml" Id="R9a61cc5504ac47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5de408a948f438a" /><Relationship Type="http://schemas.openxmlformats.org/officeDocument/2006/relationships/notesSlide" Target="/ppt/notesSlides/notesSlide6.xml" Id="Rc0cd290d7cbb45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21c091b5cea4335" /><Relationship Type="http://schemas.openxmlformats.org/officeDocument/2006/relationships/notesSlide" Target="/ppt/notesSlides/notesSlide7.xml" Id="R9cbd13d5219f40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0d7e3367654059" /><Relationship Type="http://schemas.openxmlformats.org/officeDocument/2006/relationships/notesSlide" Target="/ppt/notesSlides/notesSlide8.xml" Id="Rab06fdc8494243a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The Masked Singer</c:v>
          </c:tx>
          <c:spPr>
            <a:ln xmlns:a="http://schemas.openxmlformats.org/drawingml/2006/main" w="28575">
              <a:solidFill>
                <a:srgbClr val="0067B9"/>
              </a:solidFill>
            </a:ln>
          </c:spPr>
          <c:marker>
            <c:symbol val="none"/>
          </c:marker>
          <c:cat>
            <c:strRef>
              <c:f>'Chart Data'!$A$2:$A$54</c:f>
              <c:strCache>
                <c:ptCount val="53"/>
                <c:pt idx="0">
                  <c:v>2024-12-29</c:v>
                </c:pt>
                <c:pt idx="1">
                  <c:v>2025-01-05</c:v>
                </c:pt>
                <c:pt idx="2">
                  <c:v>2025-01-12</c:v>
                </c:pt>
                <c:pt idx="3">
                  <c:v>2025-01-19</c:v>
                </c:pt>
                <c:pt idx="4">
                  <c:v>2025-01-26</c:v>
                </c:pt>
                <c:pt idx="5">
                  <c:v>2025-02-02</c:v>
                </c:pt>
                <c:pt idx="6">
                  <c:v>2025-02-09</c:v>
                </c:pt>
                <c:pt idx="7">
                  <c:v>2025-02-16</c:v>
                </c:pt>
                <c:pt idx="8">
                  <c:v>2025-02-23</c:v>
                </c:pt>
                <c:pt idx="9">
                  <c:v>2025-03-02</c:v>
                </c:pt>
                <c:pt idx="10">
                  <c:v>2025-03-09</c:v>
                </c:pt>
                <c:pt idx="11">
                  <c:v>2025-03-16</c:v>
                </c:pt>
                <c:pt idx="12">
                  <c:v>2025-03-23</c:v>
                </c:pt>
                <c:pt idx="13">
                  <c:v>2025-03-30</c:v>
                </c:pt>
                <c:pt idx="14">
                  <c:v>2025-04-06</c:v>
                </c:pt>
                <c:pt idx="15">
                  <c:v>2025-04-13</c:v>
                </c:pt>
                <c:pt idx="16">
                  <c:v>2025-04-20</c:v>
                </c:pt>
                <c:pt idx="17">
                  <c:v>2025-04-27</c:v>
                </c:pt>
                <c:pt idx="18">
                  <c:v>2025-05-04</c:v>
                </c:pt>
                <c:pt idx="19">
                  <c:v>2025-05-11</c:v>
                </c:pt>
                <c:pt idx="20">
                  <c:v>2025-05-18</c:v>
                </c:pt>
                <c:pt idx="21">
                  <c:v>2025-05-25</c:v>
                </c:pt>
                <c:pt idx="22">
                  <c:v>2025-06-01</c:v>
                </c:pt>
                <c:pt idx="23">
                  <c:v>2025-06-08</c:v>
                </c:pt>
                <c:pt idx="24">
                  <c:v>2025-06-15</c:v>
                </c:pt>
                <c:pt idx="25">
                  <c:v>2025-06-22</c:v>
                </c:pt>
                <c:pt idx="26">
                  <c:v>2025-06-29</c:v>
                </c:pt>
                <c:pt idx="27">
                  <c:v>2025-07-06</c:v>
                </c:pt>
                <c:pt idx="28">
                  <c:v>2025-07-13</c:v>
                </c:pt>
                <c:pt idx="29">
                  <c:v>2025-07-20</c:v>
                </c:pt>
                <c:pt idx="30">
                  <c:v>2025-07-27</c:v>
                </c:pt>
                <c:pt idx="31">
                  <c:v>2025-08-03</c:v>
                </c:pt>
                <c:pt idx="32">
                  <c:v>2025-08-10</c:v>
                </c:pt>
                <c:pt idx="33">
                  <c:v>2025-08-17</c:v>
                </c:pt>
                <c:pt idx="34">
                  <c:v>2025-08-24</c:v>
                </c:pt>
                <c:pt idx="35">
                  <c:v>2025-08-31</c:v>
                </c:pt>
                <c:pt idx="36">
                  <c:v>2025-09-07</c:v>
                </c:pt>
                <c:pt idx="37">
                  <c:v>2025-09-14</c:v>
                </c:pt>
                <c:pt idx="38">
                  <c:v>2025-09-21</c:v>
                </c:pt>
                <c:pt idx="39">
                  <c:v>2025-09-28</c:v>
                </c:pt>
                <c:pt idx="40">
                  <c:v>2025-10-05</c:v>
                </c:pt>
                <c:pt idx="41">
                  <c:v>2025-10-12</c:v>
                </c:pt>
                <c:pt idx="42">
                  <c:v>2025-10-19</c:v>
                </c:pt>
                <c:pt idx="43">
                  <c:v>2025-10-26</c:v>
                </c:pt>
                <c:pt idx="44">
                  <c:v>2025-11-02</c:v>
                </c:pt>
                <c:pt idx="45">
                  <c:v>2025-11-09</c:v>
                </c:pt>
                <c:pt idx="46">
                  <c:v>2025-11-16</c:v>
                </c:pt>
                <c:pt idx="47">
                  <c:v>2025-11-23</c:v>
                </c:pt>
                <c:pt idx="48">
                  <c:v>2025-11-30</c:v>
                </c:pt>
                <c:pt idx="49">
                  <c:v>2025-12-07</c:v>
                </c:pt>
                <c:pt idx="50">
                  <c:v>2025-12-14</c:v>
                </c:pt>
                <c:pt idx="51">
                  <c:v>2025-12-21</c:v>
                </c:pt>
                <c:pt idx="52">
                  <c:v>2025-12-28</c:v>
                </c:pt>
              </c:strCache>
            </c:strRef>
          </c:cat>
          <c:val>
            <c:numRef>
              <c:f>'Chart Data'!$B$2:$B$54</c:f>
              <c:numCache>
                <c:formatCode>General</c:formatCode>
                <c:ptCount val="53"/>
                <c:pt idx="0">
                  <c:v>25</c:v>
                </c:pt>
                <c:pt idx="1">
                  <c:v>21</c:v>
                </c:pt>
                <c:pt idx="2">
                  <c:v>20</c:v>
                </c:pt>
                <c:pt idx="3">
                  <c:v>18</c:v>
                </c:pt>
                <c:pt idx="4">
                  <c:v>16</c:v>
                </c:pt>
                <c:pt idx="5">
                  <c:v>21</c:v>
                </c:pt>
                <c:pt idx="6">
                  <c:v>74</c:v>
                </c:pt>
                <c:pt idx="7">
                  <c:v>62</c:v>
                </c:pt>
                <c:pt idx="8">
                  <c:v>51</c:v>
                </c:pt>
                <c:pt idx="9">
                  <c:v>52</c:v>
                </c:pt>
                <c:pt idx="10">
                  <c:v>48</c:v>
                </c:pt>
                <c:pt idx="11">
                  <c:v>49</c:v>
                </c:pt>
                <c:pt idx="12">
                  <c:v>76</c:v>
                </c:pt>
                <c:pt idx="13">
                  <c:v>67</c:v>
                </c:pt>
                <c:pt idx="14">
                  <c:v>69</c:v>
                </c:pt>
                <c:pt idx="15">
                  <c:v>59</c:v>
                </c:pt>
                <c:pt idx="16">
                  <c:v>64</c:v>
                </c:pt>
                <c:pt idx="17">
                  <c:v>70</c:v>
                </c:pt>
                <c:pt idx="18">
                  <c:v>100</c:v>
                </c:pt>
                <c:pt idx="19">
                  <c:v>40</c:v>
                </c:pt>
                <c:pt idx="20">
                  <c:v>24</c:v>
                </c:pt>
                <c:pt idx="21">
                  <c:v>21</c:v>
                </c:pt>
                <c:pt idx="22">
                  <c:v>17</c:v>
                </c:pt>
                <c:pt idx="23">
                  <c:v>17</c:v>
                </c:pt>
                <c:pt idx="24">
                  <c:v>20</c:v>
                </c:pt>
                <c:pt idx="25">
                  <c:v>17</c:v>
                </c:pt>
                <c:pt idx="26">
                  <c:v>16</c:v>
                </c:pt>
                <c:pt idx="27">
                  <c:v>17</c:v>
                </c:pt>
                <c:pt idx="28">
                  <c:v>17</c:v>
                </c:pt>
                <c:pt idx="29">
                  <c:v>19</c:v>
                </c:pt>
                <c:pt idx="30">
                  <c:v>17</c:v>
                </c:pt>
                <c:pt idx="31">
                  <c:v>17</c:v>
                </c:pt>
                <c:pt idx="32">
                  <c:v>16</c:v>
                </c:pt>
                <c:pt idx="33">
                  <c:v>15</c:v>
                </c:pt>
                <c:pt idx="34">
                  <c:v>14</c:v>
                </c:pt>
                <c:pt idx="35">
                  <c:v>14</c:v>
                </c:pt>
                <c:pt idx="36">
                  <c:v>15</c:v>
                </c:pt>
                <c:pt idx="37">
                  <c:v>19</c:v>
                </c:pt>
                <c:pt idx="38">
                  <c:v>21</c:v>
                </c:pt>
                <c:pt idx="39">
                  <c:v>16</c:v>
                </c:pt>
                <c:pt idx="40">
                  <c:v>15</c:v>
                </c:pt>
                <c:pt idx="41">
                  <c:v>19</c:v>
                </c:pt>
                <c:pt idx="42">
                  <c:v>18</c:v>
                </c:pt>
                <c:pt idx="43">
                  <c:v>20</c:v>
                </c:pt>
                <c:pt idx="44">
                  <c:v>16</c:v>
                </c:pt>
                <c:pt idx="45">
                  <c:v>16</c:v>
                </c:pt>
                <c:pt idx="46">
                  <c:v>17</c:v>
                </c:pt>
                <c:pt idx="47">
                  <c:v>19</c:v>
                </c:pt>
                <c:pt idx="48">
                  <c:v>19</c:v>
                </c:pt>
                <c:pt idx="49">
                  <c:v>21</c:v>
                </c:pt>
                <c:pt idx="50">
                  <c:v>21</c:v>
                </c:pt>
                <c:pt idx="51">
                  <c:v>25</c:v>
                </c:pt>
                <c:pt idx="52">
                  <c:v>47</c:v>
                </c:pt>
              </c:numCache>
            </c:numRef>
          </c:val>
          <c:smooth val="0"/>
        </c:ser>
        <c:ser>
          <c:idx val="1"/>
          <c:order val="1"/>
          <c:tx>
            <c:v>The Floor FOX</c:v>
          </c:tx>
          <c:spPr>
            <a:ln xmlns:a="http://schemas.openxmlformats.org/drawingml/2006/main" w="28575">
              <a:solidFill>
                <a:srgbClr val="33AFC2"/>
              </a:solidFill>
            </a:ln>
          </c:spPr>
          <c:marker>
            <c:symbol val="none"/>
          </c:marker>
          <c:cat>
            <c:strRef>
              <c:f>'Chart Data'!$C$2:$C$54</c:f>
              <c:strCache>
                <c:ptCount val="53"/>
                <c:pt idx="0">
                  <c:v>2024-12-29</c:v>
                </c:pt>
                <c:pt idx="1">
                  <c:v>2025-01-05</c:v>
                </c:pt>
                <c:pt idx="2">
                  <c:v>2025-01-12</c:v>
                </c:pt>
                <c:pt idx="3">
                  <c:v>2025-01-19</c:v>
                </c:pt>
                <c:pt idx="4">
                  <c:v>2025-01-26</c:v>
                </c:pt>
                <c:pt idx="5">
                  <c:v>2025-02-02</c:v>
                </c:pt>
                <c:pt idx="6">
                  <c:v>2025-02-09</c:v>
                </c:pt>
                <c:pt idx="7">
                  <c:v>2025-02-16</c:v>
                </c:pt>
                <c:pt idx="8">
                  <c:v>2025-02-23</c:v>
                </c:pt>
                <c:pt idx="9">
                  <c:v>2025-03-02</c:v>
                </c:pt>
                <c:pt idx="10">
                  <c:v>2025-03-09</c:v>
                </c:pt>
                <c:pt idx="11">
                  <c:v>2025-03-16</c:v>
                </c:pt>
                <c:pt idx="12">
                  <c:v>2025-03-23</c:v>
                </c:pt>
                <c:pt idx="13">
                  <c:v>2025-03-30</c:v>
                </c:pt>
                <c:pt idx="14">
                  <c:v>2025-04-06</c:v>
                </c:pt>
                <c:pt idx="15">
                  <c:v>2025-04-13</c:v>
                </c:pt>
                <c:pt idx="16">
                  <c:v>2025-04-20</c:v>
                </c:pt>
                <c:pt idx="17">
                  <c:v>2025-04-27</c:v>
                </c:pt>
                <c:pt idx="18">
                  <c:v>2025-05-04</c:v>
                </c:pt>
                <c:pt idx="19">
                  <c:v>2025-05-11</c:v>
                </c:pt>
                <c:pt idx="20">
                  <c:v>2025-05-18</c:v>
                </c:pt>
                <c:pt idx="21">
                  <c:v>2025-05-25</c:v>
                </c:pt>
                <c:pt idx="22">
                  <c:v>2025-06-01</c:v>
                </c:pt>
                <c:pt idx="23">
                  <c:v>2025-06-08</c:v>
                </c:pt>
                <c:pt idx="24">
                  <c:v>2025-06-15</c:v>
                </c:pt>
                <c:pt idx="25">
                  <c:v>2025-06-22</c:v>
                </c:pt>
                <c:pt idx="26">
                  <c:v>2025-06-29</c:v>
                </c:pt>
                <c:pt idx="27">
                  <c:v>2025-07-06</c:v>
                </c:pt>
                <c:pt idx="28">
                  <c:v>2025-07-13</c:v>
                </c:pt>
                <c:pt idx="29">
                  <c:v>2025-07-20</c:v>
                </c:pt>
                <c:pt idx="30">
                  <c:v>2025-07-27</c:v>
                </c:pt>
                <c:pt idx="31">
                  <c:v>2025-08-03</c:v>
                </c:pt>
                <c:pt idx="32">
                  <c:v>2025-08-10</c:v>
                </c:pt>
                <c:pt idx="33">
                  <c:v>2025-08-17</c:v>
                </c:pt>
                <c:pt idx="34">
                  <c:v>2025-08-24</c:v>
                </c:pt>
                <c:pt idx="35">
                  <c:v>2025-08-31</c:v>
                </c:pt>
                <c:pt idx="36">
                  <c:v>2025-09-07</c:v>
                </c:pt>
                <c:pt idx="37">
                  <c:v>2025-09-14</c:v>
                </c:pt>
                <c:pt idx="38">
                  <c:v>2025-09-21</c:v>
                </c:pt>
                <c:pt idx="39">
                  <c:v>2025-09-28</c:v>
                </c:pt>
                <c:pt idx="40">
                  <c:v>2025-10-05</c:v>
                </c:pt>
                <c:pt idx="41">
                  <c:v>2025-10-12</c:v>
                </c:pt>
                <c:pt idx="42">
                  <c:v>2025-10-19</c:v>
                </c:pt>
                <c:pt idx="43">
                  <c:v>2025-10-26</c:v>
                </c:pt>
                <c:pt idx="44">
                  <c:v>2025-11-02</c:v>
                </c:pt>
                <c:pt idx="45">
                  <c:v>2025-11-09</c:v>
                </c:pt>
                <c:pt idx="46">
                  <c:v>2025-11-16</c:v>
                </c:pt>
                <c:pt idx="47">
                  <c:v>2025-11-23</c:v>
                </c:pt>
                <c:pt idx="48">
                  <c:v>2025-11-30</c:v>
                </c:pt>
                <c:pt idx="49">
                  <c:v>2025-12-07</c:v>
                </c:pt>
                <c:pt idx="50">
                  <c:v>2025-12-14</c:v>
                </c:pt>
                <c:pt idx="51">
                  <c:v>2025-12-21</c:v>
                </c:pt>
                <c:pt idx="52">
                  <c:v>2025-12-28</c:v>
                </c:pt>
              </c:strCache>
            </c:strRef>
          </c:cat>
          <c:val>
            <c:numRef>
              <c:f>'Chart Data'!$D$2:$D$54</c:f>
              <c:numCache>
                <c:formatCode>General</c:formatCode>
                <c:ptCount val="53"/>
                <c:pt idx="0">
                  <c:v>1</c:v>
                </c:pt>
                <c:pt idx="1">
                  <c:v>0</c:v>
                </c:pt>
                <c:pt idx="2">
                  <c:v>1</c:v>
                </c:pt>
                <c:pt idx="3">
                  <c:v>1</c:v>
                </c:pt>
                <c:pt idx="4">
                  <c:v>0</c:v>
                </c:pt>
                <c:pt idx="5">
                  <c:v>1</c:v>
                </c:pt>
                <c:pt idx="6">
                  <c:v>4</c:v>
                </c:pt>
                <c:pt idx="7">
                  <c:v>2</c:v>
                </c:pt>
                <c:pt idx="8">
                  <c:v>2</c:v>
                </c:pt>
                <c:pt idx="9">
                  <c:v>1</c:v>
                </c:pt>
                <c:pt idx="10">
                  <c:v>2</c:v>
                </c:pt>
                <c:pt idx="11">
                  <c:v>1</c:v>
                </c:pt>
                <c:pt idx="12">
                  <c:v>1</c:v>
                </c:pt>
                <c:pt idx="13">
                  <c:v>2</c:v>
                </c:pt>
                <c:pt idx="14">
                  <c:v>1</c:v>
                </c:pt>
                <c:pt idx="15">
                  <c:v>1</c:v>
                </c:pt>
                <c:pt idx="16">
                  <c:v>1</c:v>
                </c:pt>
                <c:pt idx="17">
                  <c:v>1</c:v>
                </c:pt>
                <c:pt idx="18">
                  <c:v>0</c:v>
                </c:pt>
                <c:pt idx="19">
                  <c:v>1</c:v>
                </c:pt>
                <c:pt idx="20">
                  <c:v>1</c:v>
                </c:pt>
                <c:pt idx="21">
                  <c:v>1</c:v>
                </c:pt>
                <c:pt idx="22">
                  <c:v>1</c:v>
                </c:pt>
                <c:pt idx="23">
                  <c:v>1</c:v>
                </c:pt>
                <c:pt idx="24">
                  <c:v>1</c:v>
                </c:pt>
                <c:pt idx="25">
                  <c:v>1</c:v>
                </c:pt>
                <c:pt idx="26">
                  <c:v>1</c:v>
                </c:pt>
                <c:pt idx="27">
                  <c:v>2</c:v>
                </c:pt>
                <c:pt idx="28">
                  <c:v>2</c:v>
                </c:pt>
                <c:pt idx="29">
                  <c:v>2</c:v>
                </c:pt>
                <c:pt idx="30">
                  <c:v>2</c:v>
                </c:pt>
                <c:pt idx="31">
                  <c:v>1</c:v>
                </c:pt>
                <c:pt idx="32">
                  <c:v>1</c:v>
                </c:pt>
                <c:pt idx="33">
                  <c:v>1</c:v>
                </c:pt>
                <c:pt idx="34">
                  <c:v>1</c:v>
                </c:pt>
                <c:pt idx="35">
                  <c:v>1</c:v>
                </c:pt>
                <c:pt idx="36">
                  <c:v>1</c:v>
                </c:pt>
                <c:pt idx="37">
                  <c:v>2</c:v>
                </c:pt>
                <c:pt idx="38">
                  <c:v>2</c:v>
                </c:pt>
                <c:pt idx="39">
                  <c:v>2</c:v>
                </c:pt>
                <c:pt idx="40">
                  <c:v>2</c:v>
                </c:pt>
                <c:pt idx="41">
                  <c:v>2</c:v>
                </c:pt>
                <c:pt idx="42">
                  <c:v>2</c:v>
                </c:pt>
                <c:pt idx="43">
                  <c:v>3</c:v>
                </c:pt>
                <c:pt idx="44">
                  <c:v>3</c:v>
                </c:pt>
                <c:pt idx="45">
                  <c:v>2</c:v>
                </c:pt>
                <c:pt idx="46">
                  <c:v>2</c:v>
                </c:pt>
                <c:pt idx="47">
                  <c:v>2</c:v>
                </c:pt>
                <c:pt idx="48">
                  <c:v>2</c:v>
                </c:pt>
                <c:pt idx="49">
                  <c:v>2</c:v>
                </c:pt>
                <c:pt idx="50">
                  <c:v>3</c:v>
                </c:pt>
                <c:pt idx="51">
                  <c:v>2</c:v>
                </c:pt>
                <c:pt idx="52">
                  <c:v>2</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36979"/>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DFE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36979"/>
                </a:solidFill>
                <a:latin typeface="Arial"/>
                <a:ea typeface="Arial"/>
                <a:cs typeface="Arial"/>
              </a:defRPr>
            </a:pPr>
          </a:p>
        </c:txPr>
        <c:crossAx val="48650112"/>
        <c:crossBetween val="between"/>
        <c:majorUnit val="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002D52"/>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Cumulative public views</c:v>
          </c:tx>
          <c:spPr>
            <a:solidFill xmlns:a="http://schemas.openxmlformats.org/drawingml/2006/main">
              <a:srgbClr val="0067B9"/>
            </a:solidFill>
          </c:spPr>
          <c:invertIfNegative val="0"/>
          <c:cat>
            <c:strRef>
              <c:f>'Chart Data'!$A$2:$A$6</c:f>
              <c:strCache>
                <c:ptCount val="5"/>
                <c:pt idx="0">
                  <c:v>Floor S2 trailer</c:v>
                </c:pt>
                <c:pt idx="1">
                  <c:v>Floor S3 trailer</c:v>
                </c:pt>
                <c:pt idx="2">
                  <c:v>Floor duel compilation</c:v>
                </c:pt>
                <c:pt idx="3">
                  <c:v>Masked reveal compilation</c:v>
                </c:pt>
                <c:pt idx="4">
                  <c:v>Masked Snowcone clues</c:v>
                </c:pt>
              </c:strCache>
            </c:strRef>
          </c:cat>
          <c:val>
            <c:numRef>
              <c:f>'Chart Data'!$B$2:$B$6</c:f>
              <c:numCache>
                <c:formatCode>0,"K"</c:formatCode>
                <c:ptCount val="5"/>
                <c:pt idx="0">
                  <c:v>435953</c:v>
                </c:pt>
                <c:pt idx="1">
                  <c:v>194369</c:v>
                </c:pt>
                <c:pt idx="2">
                  <c:v>10690</c:v>
                </c:pt>
                <c:pt idx="3">
                  <c:v>186068</c:v>
                </c:pt>
                <c:pt idx="4">
                  <c:v>18044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25">
                  <a:solidFill>
                    <a:srgbClr val="002D52"/>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02D52"/>
                </a:solidFill>
                <a:latin typeface="Arial"/>
                <a:ea typeface="Arial"/>
                <a:cs typeface="Arial"/>
              </a:defRPr>
            </a:pPr>
          </a:p>
        </c:txPr>
        <c:crossAx val="48672768"/>
      </c:catAx>
      <c:valAx>
        <c:axId val="48672768"/>
        <c:scaling>
          <c:orientation val="minMax"/>
          <c:max val="500000"/>
          <c:min val="0"/>
        </c:scaling>
        <c:delete val="0"/>
        <c:axPos val="b"/>
        <c:majorGridlines>
          <c:spPr>
            <a:ln xmlns:a="http://schemas.openxmlformats.org/drawingml/2006/main" w="9525">
              <a:solidFill>
                <a:srgbClr val="D9DFE5"/>
              </a:solidFill>
            </a:ln>
          </c:spPr>
        </c:majorGridlines>
        <c:numFmt formatCode="0,&quot;K&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9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2D52"/>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2DAB0F9-6C69-4552-8AAD-87A00B7FDE05}"/>
              </a:ext>
            </a:extLst>
          </p:cNvPr>
          <p:cNvPicPr>
            <a:picLocks xmlns:a="http://schemas.openxmlformats.org/drawingml/2006/main" noChangeAspect="1"/>
          </p:cNvPicPr>
          <p:nvPr/>
        </p:nvPicPr>
        <p:blipFill>
          <a:blip xmlns:r="http://schemas.openxmlformats.org/officeDocument/2006/relationships" xmlns:a="http://schemas.openxmlformats.org/drawingml/2006/main" r:embed="R23104eeb96054c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5D12618-B5F4-4149-9F85-191DC366B931}"/>
              </a:ext>
            </a:extLst>
          </p:cNvPr>
          <p:cNvSpPr>
            <a:spLocks xmlns:a="http://schemas.openxmlformats.org/drawingml/2006/main" noGrp="1"/>
          </p:cNvSpPr>
          <p:nvPr/>
        </p:nvSpPr>
        <p:spPr>
          <a:xfrm xmlns:a="http://schemas.openxmlformats.org/drawingml/2006/main">
            <a:off x="609600" y="1866900"/>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1">
                <a:solidFill>
                  <a:srgbClr val="FFFFFF"/>
                </a:solidFill>
                <a:latin typeface="Arial"/>
                <a:ea typeface="Arial"/>
                <a:cs typeface="Arial"/>
              </a:defRPr>
            </a:defPPr>
            <a:lvl1pPr>
              <a:defRPr sz="6450" b="1">
                <a:solidFill>
                  <a:srgbClr val="FFFFFF"/>
                </a:solidFill>
                <a:latin typeface="Arial"/>
                <a:ea typeface="Arial"/>
                <a:cs typeface="Arial"/>
              </a:defRPr>
            </a:lvl1pPr>
            <a:lvl2pPr>
              <a:defRPr sz="6450" b="1">
                <a:solidFill>
                  <a:srgbClr val="FFFFFF"/>
                </a:solidFill>
                <a:latin typeface="Arial"/>
                <a:ea typeface="Arial"/>
                <a:cs typeface="Arial"/>
              </a:defRPr>
            </a:lvl2pPr>
            <a:lvl3pPr>
              <a:defRPr sz="6450" b="1">
                <a:solidFill>
                  <a:srgbClr val="FFFFFF"/>
                </a:solidFill>
                <a:latin typeface="Arial"/>
                <a:ea typeface="Arial"/>
                <a:cs typeface="Arial"/>
              </a:defRPr>
            </a:lvl3pPr>
            <a:lvl4pPr>
              <a:defRPr sz="6450" b="1">
                <a:solidFill>
                  <a:srgbClr val="FFFFFF"/>
                </a:solidFill>
                <a:latin typeface="Arial"/>
                <a:ea typeface="Arial"/>
                <a:cs typeface="Arial"/>
              </a:defRPr>
            </a:lvl4pPr>
            <a:lvl5pPr>
              <a:defRPr sz="6450" b="1">
                <a:solidFill>
                  <a:srgbClr val="FFFFFF"/>
                </a:solidFill>
                <a:latin typeface="Arial"/>
                <a:ea typeface="Arial"/>
                <a:cs typeface="Arial"/>
              </a:defRPr>
            </a:lvl5pPr>
            <a:lvl6pPr>
              <a:defRPr sz="6450" b="1">
                <a:solidFill>
                  <a:srgbClr val="FFFFFF"/>
                </a:solidFill>
                <a:latin typeface="Arial"/>
                <a:ea typeface="Arial"/>
                <a:cs typeface="Arial"/>
              </a:defRPr>
            </a:lvl6pPr>
            <a:lvl7pPr>
              <a:defRPr sz="6450" b="1">
                <a:solidFill>
                  <a:srgbClr val="FFFFFF"/>
                </a:solidFill>
                <a:latin typeface="Arial"/>
                <a:ea typeface="Arial"/>
                <a:cs typeface="Arial"/>
              </a:defRPr>
            </a:lvl7pPr>
            <a:lvl8pPr>
              <a:defRPr sz="6450" b="1">
                <a:solidFill>
                  <a:srgbClr val="FFFFFF"/>
                </a:solidFill>
                <a:latin typeface="Arial"/>
                <a:ea typeface="Arial"/>
                <a:cs typeface="Arial"/>
              </a:defRPr>
            </a:lvl8pPr>
            <a:lvl9pPr>
              <a:defRPr sz="6450" b="1">
                <a:solidFill>
                  <a:srgbClr val="FFFFFF"/>
                </a:solidFill>
                <a:latin typeface="Arial"/>
                <a:ea typeface="Arial"/>
                <a:cs typeface="Arial"/>
              </a:defRPr>
            </a:lvl9pPr>
          </a:lstStyle>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BEYOND</a:t>
            </a:r>
          </a:p>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THE SCREEN</a:t>
            </a:r>
          </a:p>
        </p:txBody>
      </p:sp>
      <p:sp>
        <p:nvSpPr>
          <p:cNvPr id="3" name="">
            <a:extLst xmlns:a="http://schemas.openxmlformats.org/drawingml/2006/main">
              <a:ext uri="{FF2B5EF4-FFF2-40B4-BE49-F238E27FC236}">
                <a16:creationId xmlns:a16="http://schemas.microsoft.com/office/drawing/2014/main" id="{BCD8009E-ED81-446B-A2C3-6F37CD8552FA}"/>
              </a:ext>
            </a:extLst>
          </p:cNvPr>
          <p:cNvSpPr>
            <a:spLocks xmlns:a="http://schemas.openxmlformats.org/drawingml/2006/main" noGrp="1"/>
          </p:cNvSpPr>
          <p:nvPr/>
        </p:nvSpPr>
        <p:spPr>
          <a:xfrm xmlns:a="http://schemas.openxmlformats.org/drawingml/2006/main">
            <a:off x="666750" y="6572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AUDIENCE GROWTH &amp; CONTENT STRATEGY</a:t>
            </a:r>
          </a:p>
        </p:txBody>
      </p:sp>
      <p:sp>
        <p:nvSpPr>
          <p:cNvPr id="4" name="">
            <a:extLst xmlns:a="http://schemas.openxmlformats.org/drawingml/2006/main">
              <a:ext uri="{FF2B5EF4-FFF2-40B4-BE49-F238E27FC236}">
                <a16:creationId xmlns:a16="http://schemas.microsoft.com/office/drawing/2014/main" id="{8736A379-CC07-4617-91D6-952A977F4483}"/>
              </a:ext>
            </a:extLst>
          </p:cNvPr>
          <p:cNvSpPr>
            <a:spLocks xmlns:a="http://schemas.openxmlformats.org/drawingml/2006/main" noGrp="1"/>
          </p:cNvSpPr>
          <p:nvPr/>
        </p:nvSpPr>
        <p:spPr>
          <a:xfrm xmlns:a="http://schemas.openxmlformats.org/drawingml/2006/main">
            <a:off x="666750" y="4667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vl1pPr>
              <a:defRPr sz="2025" b="0">
                <a:solidFill>
                  <a:srgbClr val="FFFFFF"/>
                </a:solidFill>
                <a:latin typeface="Arial"/>
                <a:ea typeface="Arial"/>
                <a:cs typeface="Arial"/>
              </a:defRPr>
            </a:lvl1pPr>
            <a:lvl2pPr>
              <a:defRPr sz="2025" b="0">
                <a:solidFill>
                  <a:srgbClr val="FFFFFF"/>
                </a:solidFill>
                <a:latin typeface="Arial"/>
                <a:ea typeface="Arial"/>
                <a:cs typeface="Arial"/>
              </a:defRPr>
            </a:lvl2pPr>
            <a:lvl3pPr>
              <a:defRPr sz="2025" b="0">
                <a:solidFill>
                  <a:srgbClr val="FFFFFF"/>
                </a:solidFill>
                <a:latin typeface="Arial"/>
                <a:ea typeface="Arial"/>
                <a:cs typeface="Arial"/>
              </a:defRPr>
            </a:lvl3pPr>
            <a:lvl4pPr>
              <a:defRPr sz="2025" b="0">
                <a:solidFill>
                  <a:srgbClr val="FFFFFF"/>
                </a:solidFill>
                <a:latin typeface="Arial"/>
                <a:ea typeface="Arial"/>
                <a:cs typeface="Arial"/>
              </a:defRPr>
            </a:lvl4pPr>
            <a:lvl5pPr>
              <a:defRPr sz="2025" b="0">
                <a:solidFill>
                  <a:srgbClr val="FFFFFF"/>
                </a:solidFill>
                <a:latin typeface="Arial"/>
                <a:ea typeface="Arial"/>
                <a:cs typeface="Arial"/>
              </a:defRPr>
            </a:lvl5pPr>
            <a:lvl6pPr>
              <a:defRPr sz="2025" b="0">
                <a:solidFill>
                  <a:srgbClr val="FFFFFF"/>
                </a:solidFill>
                <a:latin typeface="Arial"/>
                <a:ea typeface="Arial"/>
                <a:cs typeface="Arial"/>
              </a:defRPr>
            </a:lvl6pPr>
            <a:lvl7pPr>
              <a:defRPr sz="2025" b="0">
                <a:solidFill>
                  <a:srgbClr val="FFFFFF"/>
                </a:solidFill>
                <a:latin typeface="Arial"/>
                <a:ea typeface="Arial"/>
                <a:cs typeface="Arial"/>
              </a:defRPr>
            </a:lvl7pPr>
            <a:lvl8pPr>
              <a:defRPr sz="2025" b="0">
                <a:solidFill>
                  <a:srgbClr val="FFFFFF"/>
                </a:solidFill>
                <a:latin typeface="Arial"/>
                <a:ea typeface="Arial"/>
                <a:cs typeface="Arial"/>
              </a:defRPr>
            </a:lvl8pPr>
            <a:lvl9pPr>
              <a:defRPr sz="2025" b="0">
                <a:solidFill>
                  <a:srgbClr val="FFFFFF"/>
                </a:solidFill>
                <a:latin typeface="Arial"/>
                <a:ea typeface="Arial"/>
                <a:cs typeface="Arial"/>
              </a:defRPr>
            </a:lvl9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The Masked Singer + The Floor</a:t>
            </a:r>
          </a:p>
        </p:txBody>
      </p:sp>
      <p:sp>
        <p:nvSpPr>
          <p:cNvPr id="5" name="">
            <a:extLst xmlns:a="http://schemas.openxmlformats.org/drawingml/2006/main">
              <a:ext uri="{FF2B5EF4-FFF2-40B4-BE49-F238E27FC236}">
                <a16:creationId xmlns:a16="http://schemas.microsoft.com/office/drawing/2014/main" id="{F3B47AE8-CADB-4E54-9F64-BEEE9B68AE6E}"/>
              </a:ext>
            </a:extLst>
          </p:cNvPr>
          <p:cNvSpPr>
            <a:spLocks xmlns:a="http://schemas.openxmlformats.org/drawingml/2006/main" noGrp="1"/>
          </p:cNvSpPr>
          <p:nvPr/>
        </p:nvSpPr>
        <p:spPr>
          <a:xfrm xmlns:a="http://schemas.openxmlformats.org/drawingml/2006/main">
            <a:off x="666750" y="51911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FC8D5"/>
                </a:solidFill>
                <a:latin typeface="Arial"/>
                <a:ea typeface="Arial"/>
                <a:cs typeface="Arial"/>
              </a:defRPr>
            </a:defPPr>
            <a:lvl1pPr>
              <a:defRPr sz="1650" b="0">
                <a:solidFill>
                  <a:srgbClr val="BFC8D5"/>
                </a:solidFill>
                <a:latin typeface="Arial"/>
                <a:ea typeface="Arial"/>
                <a:cs typeface="Arial"/>
              </a:defRPr>
            </a:lvl1pPr>
            <a:lvl2pPr>
              <a:defRPr sz="1650" b="0">
                <a:solidFill>
                  <a:srgbClr val="BFC8D5"/>
                </a:solidFill>
                <a:latin typeface="Arial"/>
                <a:ea typeface="Arial"/>
                <a:cs typeface="Arial"/>
              </a:defRPr>
            </a:lvl2pPr>
            <a:lvl3pPr>
              <a:defRPr sz="1650" b="0">
                <a:solidFill>
                  <a:srgbClr val="BFC8D5"/>
                </a:solidFill>
                <a:latin typeface="Arial"/>
                <a:ea typeface="Arial"/>
                <a:cs typeface="Arial"/>
              </a:defRPr>
            </a:lvl3pPr>
            <a:lvl4pPr>
              <a:defRPr sz="1650" b="0">
                <a:solidFill>
                  <a:srgbClr val="BFC8D5"/>
                </a:solidFill>
                <a:latin typeface="Arial"/>
                <a:ea typeface="Arial"/>
                <a:cs typeface="Arial"/>
              </a:defRPr>
            </a:lvl4pPr>
            <a:lvl5pPr>
              <a:defRPr sz="1650" b="0">
                <a:solidFill>
                  <a:srgbClr val="BFC8D5"/>
                </a:solidFill>
                <a:latin typeface="Arial"/>
                <a:ea typeface="Arial"/>
                <a:cs typeface="Arial"/>
              </a:defRPr>
            </a:lvl5pPr>
            <a:lvl6pPr>
              <a:defRPr sz="1650" b="0">
                <a:solidFill>
                  <a:srgbClr val="BFC8D5"/>
                </a:solidFill>
                <a:latin typeface="Arial"/>
                <a:ea typeface="Arial"/>
                <a:cs typeface="Arial"/>
              </a:defRPr>
            </a:lvl6pPr>
            <a:lvl7pPr>
              <a:defRPr sz="1650" b="0">
                <a:solidFill>
                  <a:srgbClr val="BFC8D5"/>
                </a:solidFill>
                <a:latin typeface="Arial"/>
                <a:ea typeface="Arial"/>
                <a:cs typeface="Arial"/>
              </a:defRPr>
            </a:lvl7pPr>
            <a:lvl8pPr>
              <a:defRPr sz="1650" b="0">
                <a:solidFill>
                  <a:srgbClr val="BFC8D5"/>
                </a:solidFill>
                <a:latin typeface="Arial"/>
                <a:ea typeface="Arial"/>
                <a:cs typeface="Arial"/>
              </a:defRPr>
            </a:lvl8pPr>
            <a:lvl9pPr>
              <a:defRPr sz="1650" b="0">
                <a:solidFill>
                  <a:srgbClr val="BFC8D5"/>
                </a:solidFill>
                <a:latin typeface="Arial"/>
                <a:ea typeface="Arial"/>
                <a:cs typeface="Arial"/>
              </a:defRPr>
            </a:lvl9pPr>
          </a:lstStyle>
          <a:p xmlns:a="http://schemas.openxmlformats.org/drawingml/2006/main">
            <a:pPr>
              <a:defRPr sz="1650" b="0">
                <a:solidFill>
                  <a:srgbClr val="BFC8D5"/>
                </a:solidFill>
                <a:latin typeface="Arial"/>
                <a:ea typeface="Arial"/>
                <a:cs typeface="Arial"/>
              </a:defRPr>
            </a:pPr>
            <a:r>
              <a:rPr sz="1650" b="0">
                <a:solidFill>
                  <a:srgbClr val="BFC8D5"/>
                </a:solidFill>
                <a:latin typeface="Arial"/>
                <a:ea typeface="Arial"/>
                <a:cs typeface="Arial"/>
              </a:rPr>
              <a:t>Public evidence. Distinct participation formats. A measurable pilot.</a:t>
            </a:r>
          </a:p>
        </p:txBody>
      </p:sp>
      <p:sp>
        <p:nvSpPr>
          <p:cNvPr id="6" name="">
            <a:extLst xmlns:a="http://schemas.openxmlformats.org/drawingml/2006/main">
              <a:ext uri="{FF2B5EF4-FFF2-40B4-BE49-F238E27FC236}">
                <a16:creationId xmlns:a16="http://schemas.microsoft.com/office/drawing/2014/main" id="{B1731DF5-D913-4269-BE32-030813861BF1}"/>
              </a:ext>
            </a:extLst>
          </p:cNvPr>
          <p:cNvSpPr>
            <a:spLocks xmlns:a="http://schemas.openxmlformats.org/drawingml/2006/main" noGrp="1"/>
          </p:cNvSpPr>
          <p:nvPr/>
        </p:nvSpPr>
        <p:spPr>
          <a:xfrm xmlns:a="http://schemas.openxmlformats.org/drawingml/2006/main">
            <a:off x="666750" y="616267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FC8D5"/>
                </a:solidFill>
                <a:latin typeface="Arial"/>
                <a:ea typeface="Arial"/>
                <a:cs typeface="Arial"/>
              </a:defRPr>
            </a:defPPr>
            <a:lvl1pPr>
              <a:defRPr sz="1125" b="0">
                <a:solidFill>
                  <a:srgbClr val="BFC8D5"/>
                </a:solidFill>
                <a:latin typeface="Arial"/>
                <a:ea typeface="Arial"/>
                <a:cs typeface="Arial"/>
              </a:defRPr>
            </a:lvl1pPr>
            <a:lvl2pPr>
              <a:defRPr sz="1125" b="0">
                <a:solidFill>
                  <a:srgbClr val="BFC8D5"/>
                </a:solidFill>
                <a:latin typeface="Arial"/>
                <a:ea typeface="Arial"/>
                <a:cs typeface="Arial"/>
              </a:defRPr>
            </a:lvl2pPr>
            <a:lvl3pPr>
              <a:defRPr sz="1125" b="0">
                <a:solidFill>
                  <a:srgbClr val="BFC8D5"/>
                </a:solidFill>
                <a:latin typeface="Arial"/>
                <a:ea typeface="Arial"/>
                <a:cs typeface="Arial"/>
              </a:defRPr>
            </a:lvl3pPr>
            <a:lvl4pPr>
              <a:defRPr sz="1125" b="0">
                <a:solidFill>
                  <a:srgbClr val="BFC8D5"/>
                </a:solidFill>
                <a:latin typeface="Arial"/>
                <a:ea typeface="Arial"/>
                <a:cs typeface="Arial"/>
              </a:defRPr>
            </a:lvl4pPr>
            <a:lvl5pPr>
              <a:defRPr sz="1125" b="0">
                <a:solidFill>
                  <a:srgbClr val="BFC8D5"/>
                </a:solidFill>
                <a:latin typeface="Arial"/>
                <a:ea typeface="Arial"/>
                <a:cs typeface="Arial"/>
              </a:defRPr>
            </a:lvl5pPr>
            <a:lvl6pPr>
              <a:defRPr sz="1125" b="0">
                <a:solidFill>
                  <a:srgbClr val="BFC8D5"/>
                </a:solidFill>
                <a:latin typeface="Arial"/>
                <a:ea typeface="Arial"/>
                <a:cs typeface="Arial"/>
              </a:defRPr>
            </a:lvl6pPr>
            <a:lvl7pPr>
              <a:defRPr sz="1125" b="0">
                <a:solidFill>
                  <a:srgbClr val="BFC8D5"/>
                </a:solidFill>
                <a:latin typeface="Arial"/>
                <a:ea typeface="Arial"/>
                <a:cs typeface="Arial"/>
              </a:defRPr>
            </a:lvl7pPr>
            <a:lvl8pPr>
              <a:defRPr sz="1125" b="0">
                <a:solidFill>
                  <a:srgbClr val="BFC8D5"/>
                </a:solidFill>
                <a:latin typeface="Arial"/>
                <a:ea typeface="Arial"/>
                <a:cs typeface="Arial"/>
              </a:defRPr>
            </a:lvl8pPr>
            <a:lvl9pPr>
              <a:defRPr sz="1125" b="0">
                <a:solidFill>
                  <a:srgbClr val="BFC8D5"/>
                </a:solidFill>
                <a:latin typeface="Arial"/>
                <a:ea typeface="Arial"/>
                <a:cs typeface="Arial"/>
              </a:defRPr>
            </a:lvl9pPr>
          </a:lstStyle>
          <a:p xmlns:a="http://schemas.openxmlformats.org/drawingml/2006/main">
            <a:pPr>
              <a:defRPr sz="1125" b="0">
                <a:solidFill>
                  <a:srgbClr val="BFC8D5"/>
                </a:solidFill>
                <a:latin typeface="Arial"/>
                <a:ea typeface="Arial"/>
                <a:cs typeface="Arial"/>
              </a:defRPr>
            </a:pPr>
            <a:r>
              <a:rPr sz="1125" b="0">
                <a:solidFill>
                  <a:srgbClr val="BFC8D5"/>
                </a:solidFill>
                <a:latin typeface="Arial"/>
                <a:ea typeface="Arial"/>
                <a:cs typeface="Arial"/>
              </a:rPr>
              <a:t>Independent project. Not affiliated with or endorsed by FOX. No internal FOX data.</a:t>
            </a:r>
          </a:p>
        </p:txBody>
      </p:sp>
    </p:spTree>
    <p:extLst>
      <p:ext uri="{BB962C8B-B14F-4D97-AF65-F5344CB8AC3E}">
        <p14:creationId xmlns:p14="http://schemas.microsoft.com/office/powerpoint/2010/main" val="8699977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DE7731-86A5-44ED-AE0E-6965483D31F5}"/>
              </a:ext>
            </a:extLst>
          </p:cNvPr>
          <p:cNvSpPr>
            <a:spLocks xmlns:a="http://schemas.openxmlformats.org/drawingml/2006/main" noGrp="1"/>
          </p:cNvSpPr>
          <p:nvPr/>
        </p:nvSpPr>
        <p:spPr>
          <a:xfrm xmlns:a="http://schemas.openxmlformats.org/drawingml/2006/main">
            <a:off x="609600" y="400050"/>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67B9"/>
                </a:solidFill>
                <a:latin typeface="Arial"/>
                <a:ea typeface="Arial"/>
                <a:cs typeface="Arial"/>
              </a:defRPr>
            </a:defPPr>
            <a:lvl1pPr>
              <a:defRPr sz="1125" b="1">
                <a:solidFill>
                  <a:srgbClr val="0067B9"/>
                </a:solidFill>
                <a:latin typeface="Arial"/>
                <a:ea typeface="Arial"/>
                <a:cs typeface="Arial"/>
              </a:defRPr>
            </a:lvl1pPr>
            <a:lvl2pPr>
              <a:defRPr sz="1125" b="1">
                <a:solidFill>
                  <a:srgbClr val="0067B9"/>
                </a:solidFill>
                <a:latin typeface="Arial"/>
                <a:ea typeface="Arial"/>
                <a:cs typeface="Arial"/>
              </a:defRPr>
            </a:lvl2pPr>
            <a:lvl3pPr>
              <a:defRPr sz="1125" b="1">
                <a:solidFill>
                  <a:srgbClr val="0067B9"/>
                </a:solidFill>
                <a:latin typeface="Arial"/>
                <a:ea typeface="Arial"/>
                <a:cs typeface="Arial"/>
              </a:defRPr>
            </a:lvl3pPr>
            <a:lvl4pPr>
              <a:defRPr sz="1125" b="1">
                <a:solidFill>
                  <a:srgbClr val="0067B9"/>
                </a:solidFill>
                <a:latin typeface="Arial"/>
                <a:ea typeface="Arial"/>
                <a:cs typeface="Arial"/>
              </a:defRPr>
            </a:lvl4pPr>
            <a:lvl5pPr>
              <a:defRPr sz="1125" b="1">
                <a:solidFill>
                  <a:srgbClr val="0067B9"/>
                </a:solidFill>
                <a:latin typeface="Arial"/>
                <a:ea typeface="Arial"/>
                <a:cs typeface="Arial"/>
              </a:defRPr>
            </a:lvl5pPr>
            <a:lvl6pPr>
              <a:defRPr sz="1125" b="1">
                <a:solidFill>
                  <a:srgbClr val="0067B9"/>
                </a:solidFill>
                <a:latin typeface="Arial"/>
                <a:ea typeface="Arial"/>
                <a:cs typeface="Arial"/>
              </a:defRPr>
            </a:lvl6pPr>
            <a:lvl7pPr>
              <a:defRPr sz="1125" b="1">
                <a:solidFill>
                  <a:srgbClr val="0067B9"/>
                </a:solidFill>
                <a:latin typeface="Arial"/>
                <a:ea typeface="Arial"/>
                <a:cs typeface="Arial"/>
              </a:defRPr>
            </a:lvl7pPr>
            <a:lvl8pPr>
              <a:defRPr sz="1125" b="1">
                <a:solidFill>
                  <a:srgbClr val="0067B9"/>
                </a:solidFill>
                <a:latin typeface="Arial"/>
                <a:ea typeface="Arial"/>
                <a:cs typeface="Arial"/>
              </a:defRPr>
            </a:lvl8pPr>
            <a:lvl9pPr>
              <a:defRPr sz="1125" b="1">
                <a:solidFill>
                  <a:srgbClr val="0067B9"/>
                </a:solidFill>
                <a:latin typeface="Arial"/>
                <a:ea typeface="Arial"/>
                <a:cs typeface="Arial"/>
              </a:defRPr>
            </a:lvl9pPr>
          </a:lstStyle>
          <a:p xmlns:a="http://schemas.openxmlformats.org/drawingml/2006/main">
            <a:pPr>
              <a:defRPr sz="1125" b="1">
                <a:solidFill>
                  <a:srgbClr val="0067B9"/>
                </a:solidFill>
                <a:latin typeface="Arial"/>
                <a:ea typeface="Arial"/>
                <a:cs typeface="Arial"/>
              </a:defRPr>
            </a:pPr>
            <a:r>
              <a:rPr sz="1125" b="1">
                <a:solidFill>
                  <a:srgbClr val="0067B9"/>
                </a:solidFill>
                <a:latin typeface="Arial"/>
                <a:ea typeface="Arial"/>
                <a:cs typeface="Arial"/>
              </a:rPr>
              <a:t>EXECUTIVE DECISION</a:t>
            </a:r>
          </a:p>
        </p:txBody>
      </p:sp>
      <p:sp>
        <p:nvSpPr>
          <p:cNvPr id="2" name="">
            <a:extLst xmlns:a="http://schemas.openxmlformats.org/drawingml/2006/main">
              <a:ext uri="{FF2B5EF4-FFF2-40B4-BE49-F238E27FC236}">
                <a16:creationId xmlns:a16="http://schemas.microsoft.com/office/drawing/2014/main" id="{6439756C-DE57-4B81-BCCB-00D88FF92677}"/>
              </a:ext>
            </a:extLst>
          </p:cNvPr>
          <p:cNvSpPr>
            <a:spLocks xmlns:a="http://schemas.openxmlformats.org/drawingml/2006/main" noGrp="1"/>
          </p:cNvSpPr>
          <p:nvPr/>
        </p:nvSpPr>
        <p:spPr>
          <a:xfrm xmlns:a="http://schemas.openxmlformats.org/drawingml/2006/main">
            <a:off x="609600" y="100012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2D52"/>
                </a:solidFill>
                <a:latin typeface="Arial"/>
                <a:ea typeface="Arial"/>
                <a:cs typeface="Arial"/>
              </a:defRPr>
            </a:defPPr>
            <a:lvl1pPr>
              <a:defRPr sz="3225" b="1">
                <a:solidFill>
                  <a:srgbClr val="002D52"/>
                </a:solidFill>
                <a:latin typeface="Arial"/>
                <a:ea typeface="Arial"/>
                <a:cs typeface="Arial"/>
              </a:defRPr>
            </a:lvl1pPr>
            <a:lvl2pPr>
              <a:defRPr sz="3225" b="1">
                <a:solidFill>
                  <a:srgbClr val="002D52"/>
                </a:solidFill>
                <a:latin typeface="Arial"/>
                <a:ea typeface="Arial"/>
                <a:cs typeface="Arial"/>
              </a:defRPr>
            </a:lvl2pPr>
            <a:lvl3pPr>
              <a:defRPr sz="3225" b="1">
                <a:solidFill>
                  <a:srgbClr val="002D52"/>
                </a:solidFill>
                <a:latin typeface="Arial"/>
                <a:ea typeface="Arial"/>
                <a:cs typeface="Arial"/>
              </a:defRPr>
            </a:lvl3pPr>
            <a:lvl4pPr>
              <a:defRPr sz="3225" b="1">
                <a:solidFill>
                  <a:srgbClr val="002D52"/>
                </a:solidFill>
                <a:latin typeface="Arial"/>
                <a:ea typeface="Arial"/>
                <a:cs typeface="Arial"/>
              </a:defRPr>
            </a:lvl4pPr>
            <a:lvl5pPr>
              <a:defRPr sz="3225" b="1">
                <a:solidFill>
                  <a:srgbClr val="002D52"/>
                </a:solidFill>
                <a:latin typeface="Arial"/>
                <a:ea typeface="Arial"/>
                <a:cs typeface="Arial"/>
              </a:defRPr>
            </a:lvl5pPr>
            <a:lvl6pPr>
              <a:defRPr sz="3225" b="1">
                <a:solidFill>
                  <a:srgbClr val="002D52"/>
                </a:solidFill>
                <a:latin typeface="Arial"/>
                <a:ea typeface="Arial"/>
                <a:cs typeface="Arial"/>
              </a:defRPr>
            </a:lvl6pPr>
            <a:lvl7pPr>
              <a:defRPr sz="3225" b="1">
                <a:solidFill>
                  <a:srgbClr val="002D52"/>
                </a:solidFill>
                <a:latin typeface="Arial"/>
                <a:ea typeface="Arial"/>
                <a:cs typeface="Arial"/>
              </a:defRPr>
            </a:lvl7pPr>
            <a:lvl8pPr>
              <a:defRPr sz="3225" b="1">
                <a:solidFill>
                  <a:srgbClr val="002D52"/>
                </a:solidFill>
                <a:latin typeface="Arial"/>
                <a:ea typeface="Arial"/>
                <a:cs typeface="Arial"/>
              </a:defRPr>
            </a:lvl8pPr>
            <a:lvl9pPr>
              <a:defRPr sz="3225" b="1">
                <a:solidFill>
                  <a:srgbClr val="002D52"/>
                </a:solidFill>
                <a:latin typeface="Arial"/>
                <a:ea typeface="Arial"/>
                <a:cs typeface="Arial"/>
              </a:defRPr>
            </a:lvl9pPr>
          </a:lstStyle>
          <a:p xmlns:a="http://schemas.openxmlformats.org/drawingml/2006/main">
            <a:pPr>
              <a:defRPr sz="3225" b="1">
                <a:solidFill>
                  <a:srgbClr val="002D52"/>
                </a:solidFill>
                <a:latin typeface="Arial"/>
                <a:ea typeface="Arial"/>
                <a:cs typeface="Arial"/>
              </a:defRPr>
            </a:pPr>
            <a:r>
              <a:rPr sz="3225" b="1">
                <a:solidFill>
                  <a:srgbClr val="002D52"/>
                </a:solidFill>
                <a:latin typeface="Arial"/>
                <a:ea typeface="Arial"/>
                <a:cs typeface="Arial"/>
              </a:rPr>
              <a:t>A participation pilot for two different viewing habits</a:t>
            </a:r>
          </a:p>
        </p:txBody>
      </p:sp>
      <p:sp>
        <p:nvSpPr>
          <p:cNvPr id="3" name="">
            <a:extLst xmlns:a="http://schemas.openxmlformats.org/drawingml/2006/main">
              <a:ext uri="{FF2B5EF4-FFF2-40B4-BE49-F238E27FC236}">
                <a16:creationId xmlns:a16="http://schemas.microsoft.com/office/drawing/2014/main" id="{243A073D-C1E7-4CA6-BF01-4B2D39DA968F}"/>
              </a:ext>
            </a:extLst>
          </p:cNvPr>
          <p:cNvSpPr>
            <a:spLocks xmlns:a="http://schemas.openxmlformats.org/drawingml/2006/main" noGrp="1"/>
          </p:cNvSpPr>
          <p:nvPr/>
        </p:nvSpPr>
        <p:spPr>
          <a:xfrm xmlns:a="http://schemas.openxmlformats.org/drawingml/2006/main">
            <a:off x="609600" y="6448425"/>
            <a:ext cx="9715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36979"/>
                </a:solidFill>
                <a:latin typeface="Arial"/>
                <a:ea typeface="Arial"/>
                <a:cs typeface="Arial"/>
              </a:defRPr>
            </a:defPPr>
            <a:lvl1pPr>
              <a:defRPr sz="900" b="0">
                <a:solidFill>
                  <a:srgbClr val="536979"/>
                </a:solidFill>
                <a:latin typeface="Arial"/>
                <a:ea typeface="Arial"/>
                <a:cs typeface="Arial"/>
              </a:defRPr>
            </a:lvl1pPr>
            <a:lvl2pPr>
              <a:defRPr sz="900" b="0">
                <a:solidFill>
                  <a:srgbClr val="536979"/>
                </a:solidFill>
                <a:latin typeface="Arial"/>
                <a:ea typeface="Arial"/>
                <a:cs typeface="Arial"/>
              </a:defRPr>
            </a:lvl2pPr>
            <a:lvl3pPr>
              <a:defRPr sz="900" b="0">
                <a:solidFill>
                  <a:srgbClr val="536979"/>
                </a:solidFill>
                <a:latin typeface="Arial"/>
                <a:ea typeface="Arial"/>
                <a:cs typeface="Arial"/>
              </a:defRPr>
            </a:lvl3pPr>
            <a:lvl4pPr>
              <a:defRPr sz="900" b="0">
                <a:solidFill>
                  <a:srgbClr val="536979"/>
                </a:solidFill>
                <a:latin typeface="Arial"/>
                <a:ea typeface="Arial"/>
                <a:cs typeface="Arial"/>
              </a:defRPr>
            </a:lvl4pPr>
            <a:lvl5pPr>
              <a:defRPr sz="900" b="0">
                <a:solidFill>
                  <a:srgbClr val="536979"/>
                </a:solidFill>
                <a:latin typeface="Arial"/>
                <a:ea typeface="Arial"/>
                <a:cs typeface="Arial"/>
              </a:defRPr>
            </a:lvl5pPr>
            <a:lvl6pPr>
              <a:defRPr sz="900" b="0">
                <a:solidFill>
                  <a:srgbClr val="536979"/>
                </a:solidFill>
                <a:latin typeface="Arial"/>
                <a:ea typeface="Arial"/>
                <a:cs typeface="Arial"/>
              </a:defRPr>
            </a:lvl6pPr>
            <a:lvl7pPr>
              <a:defRPr sz="900" b="0">
                <a:solidFill>
                  <a:srgbClr val="536979"/>
                </a:solidFill>
                <a:latin typeface="Arial"/>
                <a:ea typeface="Arial"/>
                <a:cs typeface="Arial"/>
              </a:defRPr>
            </a:lvl7pPr>
            <a:lvl8pPr>
              <a:defRPr sz="900" b="0">
                <a:solidFill>
                  <a:srgbClr val="536979"/>
                </a:solidFill>
                <a:latin typeface="Arial"/>
                <a:ea typeface="Arial"/>
                <a:cs typeface="Arial"/>
              </a:defRPr>
            </a:lvl8pPr>
            <a:lvl9pPr>
              <a:defRPr sz="900" b="0">
                <a:solidFill>
                  <a:srgbClr val="536979"/>
                </a:solidFill>
                <a:latin typeface="Arial"/>
                <a:ea typeface="Arial"/>
                <a:cs typeface="Arial"/>
              </a:defRPr>
            </a:lvl9pPr>
          </a:lstStyle>
          <a:p xmlns:a="http://schemas.openxmlformats.org/drawingml/2006/main">
            <a:pPr>
              <a:defRPr sz="900" b="0">
                <a:solidFill>
                  <a:srgbClr val="536979"/>
                </a:solidFill>
                <a:latin typeface="Arial"/>
                <a:ea typeface="Arial"/>
                <a:cs typeface="Arial"/>
              </a:defRPr>
            </a:pPr>
            <a:r>
              <a:rPr sz="900" b="0">
                <a:solidFill>
                  <a:srgbClr val="536979"/>
                </a:solidFill>
                <a:latin typeface="Arial"/>
                <a:ea typeface="Arial"/>
                <a:cs typeface="Arial"/>
              </a:rPr>
              <a:t>BEYOND THE SCREEN / INDEPENDENT PROJECT</a:t>
            </a:r>
          </a:p>
        </p:txBody>
      </p:sp>
      <p:sp>
        <p:nvSpPr>
          <p:cNvPr id="4" name="">
            <a:extLst xmlns:a="http://schemas.openxmlformats.org/drawingml/2006/main">
              <a:ext uri="{FF2B5EF4-FFF2-40B4-BE49-F238E27FC236}">
                <a16:creationId xmlns:a16="http://schemas.microsoft.com/office/drawing/2014/main" id="{836927AE-C713-4ECE-8201-98CBF383FACD}"/>
              </a:ext>
            </a:extLst>
          </p:cNvPr>
          <p:cNvSpPr>
            <a:spLocks xmlns:a="http://schemas.openxmlformats.org/drawingml/2006/main" noGrp="1"/>
          </p:cNvSpPr>
          <p:nvPr/>
        </p:nvSpPr>
        <p:spPr>
          <a:xfrm xmlns:a="http://schemas.openxmlformats.org/drawingml/2006/main">
            <a:off x="11049000" y="64103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067B9"/>
                </a:solidFill>
                <a:latin typeface="Arial"/>
                <a:ea typeface="Arial"/>
                <a:cs typeface="Arial"/>
              </a:defRPr>
            </a:defPPr>
            <a:lvl1pPr>
              <a:defRPr sz="1425" b="1">
                <a:solidFill>
                  <a:srgbClr val="0067B9"/>
                </a:solidFill>
                <a:latin typeface="Arial"/>
                <a:ea typeface="Arial"/>
                <a:cs typeface="Arial"/>
              </a:defRPr>
            </a:lvl1pPr>
            <a:lvl2pPr>
              <a:defRPr sz="1425" b="1">
                <a:solidFill>
                  <a:srgbClr val="0067B9"/>
                </a:solidFill>
                <a:latin typeface="Arial"/>
                <a:ea typeface="Arial"/>
                <a:cs typeface="Arial"/>
              </a:defRPr>
            </a:lvl2pPr>
            <a:lvl3pPr>
              <a:defRPr sz="1425" b="1">
                <a:solidFill>
                  <a:srgbClr val="0067B9"/>
                </a:solidFill>
                <a:latin typeface="Arial"/>
                <a:ea typeface="Arial"/>
                <a:cs typeface="Arial"/>
              </a:defRPr>
            </a:lvl3pPr>
            <a:lvl4pPr>
              <a:defRPr sz="1425" b="1">
                <a:solidFill>
                  <a:srgbClr val="0067B9"/>
                </a:solidFill>
                <a:latin typeface="Arial"/>
                <a:ea typeface="Arial"/>
                <a:cs typeface="Arial"/>
              </a:defRPr>
            </a:lvl4pPr>
            <a:lvl5pPr>
              <a:defRPr sz="1425" b="1">
                <a:solidFill>
                  <a:srgbClr val="0067B9"/>
                </a:solidFill>
                <a:latin typeface="Arial"/>
                <a:ea typeface="Arial"/>
                <a:cs typeface="Arial"/>
              </a:defRPr>
            </a:lvl5pPr>
            <a:lvl6pPr>
              <a:defRPr sz="1425" b="1">
                <a:solidFill>
                  <a:srgbClr val="0067B9"/>
                </a:solidFill>
                <a:latin typeface="Arial"/>
                <a:ea typeface="Arial"/>
                <a:cs typeface="Arial"/>
              </a:defRPr>
            </a:lvl6pPr>
            <a:lvl7pPr>
              <a:defRPr sz="1425" b="1">
                <a:solidFill>
                  <a:srgbClr val="0067B9"/>
                </a:solidFill>
                <a:latin typeface="Arial"/>
                <a:ea typeface="Arial"/>
                <a:cs typeface="Arial"/>
              </a:defRPr>
            </a:lvl7pPr>
            <a:lvl8pPr>
              <a:defRPr sz="1425" b="1">
                <a:solidFill>
                  <a:srgbClr val="0067B9"/>
                </a:solidFill>
                <a:latin typeface="Arial"/>
                <a:ea typeface="Arial"/>
                <a:cs typeface="Arial"/>
              </a:defRPr>
            </a:lvl8pPr>
            <a:lvl9pPr>
              <a:defRPr sz="1425" b="1">
                <a:solidFill>
                  <a:srgbClr val="0067B9"/>
                </a:solidFill>
                <a:latin typeface="Arial"/>
                <a:ea typeface="Arial"/>
                <a:cs typeface="Arial"/>
              </a:defRPr>
            </a:lvl9pPr>
          </a:lstStyle>
          <a:p xmlns:a="http://schemas.openxmlformats.org/drawingml/2006/main">
            <a:pPr>
              <a:defRPr sz="1425" b="1">
                <a:solidFill>
                  <a:srgbClr val="0067B9"/>
                </a:solidFill>
                <a:latin typeface="Arial"/>
                <a:ea typeface="Arial"/>
                <a:cs typeface="Arial"/>
              </a:defRPr>
            </a:pPr>
            <a:r>
              <a:rPr sz="1425" b="1">
                <a:solidFill>
                  <a:srgbClr val="0067B9"/>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198BDBB-694B-47FB-B0F7-95AC7B7CED64}"/>
              </a:ext>
            </a:extLst>
          </p:cNvPr>
          <p:cNvSpPr>
            <a:spLocks xmlns:a="http://schemas.openxmlformats.org/drawingml/2006/main" noGrp="1"/>
          </p:cNvSpPr>
          <p:nvPr/>
        </p:nvSpPr>
        <p:spPr>
          <a:xfrm xmlns:a="http://schemas.openxmlformats.org/drawingml/2006/main">
            <a:off x="609600" y="22574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7B9"/>
                </a:solidFill>
                <a:latin typeface="Arial"/>
                <a:ea typeface="Arial"/>
                <a:cs typeface="Arial"/>
              </a:defRPr>
            </a:defPPr>
            <a:lvl1pPr>
              <a:defRPr sz="1875" b="1">
                <a:solidFill>
                  <a:srgbClr val="0067B9"/>
                </a:solidFill>
                <a:latin typeface="Arial"/>
                <a:ea typeface="Arial"/>
                <a:cs typeface="Arial"/>
              </a:defRPr>
            </a:lvl1pPr>
            <a:lvl2pPr>
              <a:defRPr sz="1875" b="1">
                <a:solidFill>
                  <a:srgbClr val="0067B9"/>
                </a:solidFill>
                <a:latin typeface="Arial"/>
                <a:ea typeface="Arial"/>
                <a:cs typeface="Arial"/>
              </a:defRPr>
            </a:lvl2pPr>
            <a:lvl3pPr>
              <a:defRPr sz="1875" b="1">
                <a:solidFill>
                  <a:srgbClr val="0067B9"/>
                </a:solidFill>
                <a:latin typeface="Arial"/>
                <a:ea typeface="Arial"/>
                <a:cs typeface="Arial"/>
              </a:defRPr>
            </a:lvl3pPr>
            <a:lvl4pPr>
              <a:defRPr sz="1875" b="1">
                <a:solidFill>
                  <a:srgbClr val="0067B9"/>
                </a:solidFill>
                <a:latin typeface="Arial"/>
                <a:ea typeface="Arial"/>
                <a:cs typeface="Arial"/>
              </a:defRPr>
            </a:lvl4pPr>
            <a:lvl5pPr>
              <a:defRPr sz="1875" b="1">
                <a:solidFill>
                  <a:srgbClr val="0067B9"/>
                </a:solidFill>
                <a:latin typeface="Arial"/>
                <a:ea typeface="Arial"/>
                <a:cs typeface="Arial"/>
              </a:defRPr>
            </a:lvl5pPr>
            <a:lvl6pPr>
              <a:defRPr sz="1875" b="1">
                <a:solidFill>
                  <a:srgbClr val="0067B9"/>
                </a:solidFill>
                <a:latin typeface="Arial"/>
                <a:ea typeface="Arial"/>
                <a:cs typeface="Arial"/>
              </a:defRPr>
            </a:lvl6pPr>
            <a:lvl7pPr>
              <a:defRPr sz="1875" b="1">
                <a:solidFill>
                  <a:srgbClr val="0067B9"/>
                </a:solidFill>
                <a:latin typeface="Arial"/>
                <a:ea typeface="Arial"/>
                <a:cs typeface="Arial"/>
              </a:defRPr>
            </a:lvl7pPr>
            <a:lvl8pPr>
              <a:defRPr sz="1875" b="1">
                <a:solidFill>
                  <a:srgbClr val="0067B9"/>
                </a:solidFill>
                <a:latin typeface="Arial"/>
                <a:ea typeface="Arial"/>
                <a:cs typeface="Arial"/>
              </a:defRPr>
            </a:lvl8pPr>
            <a:lvl9pPr>
              <a:defRPr sz="1875" b="1">
                <a:solidFill>
                  <a:srgbClr val="0067B9"/>
                </a:solidFill>
                <a:latin typeface="Arial"/>
                <a:ea typeface="Arial"/>
                <a:cs typeface="Arial"/>
              </a:defRPr>
            </a:lvl9pPr>
          </a:lstStyle>
          <a:p xmlns:a="http://schemas.openxmlformats.org/drawingml/2006/main">
            <a:pPr>
              <a:defRPr sz="1875" b="1">
                <a:solidFill>
                  <a:srgbClr val="0067B9"/>
                </a:solidFill>
                <a:latin typeface="Arial"/>
                <a:ea typeface="Arial"/>
                <a:cs typeface="Arial"/>
              </a:defRPr>
            </a:pPr>
            <a:r>
              <a:rPr sz="1875" b="1">
                <a:solidFill>
                  <a:srgbClr val="0067B9"/>
                </a:solidFill>
                <a:latin typeface="Arial"/>
                <a:ea typeface="Arial"/>
                <a:cs typeface="Arial"/>
              </a:rPr>
              <a:t>The proposed decision</a:t>
            </a:r>
          </a:p>
        </p:txBody>
      </p:sp>
      <p:sp>
        <p:nvSpPr>
          <p:cNvPr id="6" name="">
            <a:extLst xmlns:a="http://schemas.openxmlformats.org/drawingml/2006/main">
              <a:ext uri="{FF2B5EF4-FFF2-40B4-BE49-F238E27FC236}">
                <a16:creationId xmlns:a16="http://schemas.microsoft.com/office/drawing/2014/main" id="{1382EE87-5DD7-4B1F-8A16-1057829E5A28}"/>
              </a:ext>
            </a:extLst>
          </p:cNvPr>
          <p:cNvSpPr>
            <a:spLocks xmlns:a="http://schemas.openxmlformats.org/drawingml/2006/main" noGrp="1"/>
          </p:cNvSpPr>
          <p:nvPr/>
        </p:nvSpPr>
        <p:spPr>
          <a:xfrm xmlns:a="http://schemas.openxmlformats.org/drawingml/2006/main">
            <a:off x="609600" y="286702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02D52"/>
                </a:solidFill>
                <a:latin typeface="Arial"/>
                <a:ea typeface="Arial"/>
                <a:cs typeface="Arial"/>
              </a:defRPr>
            </a:defPPr>
            <a:lvl1pPr>
              <a:defRPr sz="1800" b="0">
                <a:solidFill>
                  <a:srgbClr val="002D52"/>
                </a:solidFill>
                <a:latin typeface="Arial"/>
                <a:ea typeface="Arial"/>
                <a:cs typeface="Arial"/>
              </a:defRPr>
            </a:lvl1pPr>
            <a:lvl2pPr>
              <a:defRPr sz="1800" b="0">
                <a:solidFill>
                  <a:srgbClr val="002D52"/>
                </a:solidFill>
                <a:latin typeface="Arial"/>
                <a:ea typeface="Arial"/>
                <a:cs typeface="Arial"/>
              </a:defRPr>
            </a:lvl2pPr>
            <a:lvl3pPr>
              <a:defRPr sz="1800" b="0">
                <a:solidFill>
                  <a:srgbClr val="002D52"/>
                </a:solidFill>
                <a:latin typeface="Arial"/>
                <a:ea typeface="Arial"/>
                <a:cs typeface="Arial"/>
              </a:defRPr>
            </a:lvl3pPr>
            <a:lvl4pPr>
              <a:defRPr sz="1800" b="0">
                <a:solidFill>
                  <a:srgbClr val="002D52"/>
                </a:solidFill>
                <a:latin typeface="Arial"/>
                <a:ea typeface="Arial"/>
                <a:cs typeface="Arial"/>
              </a:defRPr>
            </a:lvl4pPr>
            <a:lvl5pPr>
              <a:defRPr sz="1800" b="0">
                <a:solidFill>
                  <a:srgbClr val="002D52"/>
                </a:solidFill>
                <a:latin typeface="Arial"/>
                <a:ea typeface="Arial"/>
                <a:cs typeface="Arial"/>
              </a:defRPr>
            </a:lvl5pPr>
            <a:lvl6pPr>
              <a:defRPr sz="1800" b="0">
                <a:solidFill>
                  <a:srgbClr val="002D52"/>
                </a:solidFill>
                <a:latin typeface="Arial"/>
                <a:ea typeface="Arial"/>
                <a:cs typeface="Arial"/>
              </a:defRPr>
            </a:lvl6pPr>
            <a:lvl7pPr>
              <a:defRPr sz="1800" b="0">
                <a:solidFill>
                  <a:srgbClr val="002D52"/>
                </a:solidFill>
                <a:latin typeface="Arial"/>
                <a:ea typeface="Arial"/>
                <a:cs typeface="Arial"/>
              </a:defRPr>
            </a:lvl7pPr>
            <a:lvl8pPr>
              <a:defRPr sz="1800" b="0">
                <a:solidFill>
                  <a:srgbClr val="002D52"/>
                </a:solidFill>
                <a:latin typeface="Arial"/>
                <a:ea typeface="Arial"/>
                <a:cs typeface="Arial"/>
              </a:defRPr>
            </a:lvl8pPr>
            <a:lvl9pPr>
              <a:defRPr sz="1800" b="0">
                <a:solidFill>
                  <a:srgbClr val="002D52"/>
                </a:solidFill>
                <a:latin typeface="Arial"/>
                <a:ea typeface="Arial"/>
                <a:cs typeface="Arial"/>
              </a:defRPr>
            </a:lvl9pPr>
          </a:lstStyle>
          <a:p xmlns:a="http://schemas.openxmlformats.org/drawingml/2006/main">
            <a:pPr>
              <a:defRPr sz="1800" b="0">
                <a:solidFill>
                  <a:srgbClr val="002D52"/>
                </a:solidFill>
                <a:latin typeface="Arial"/>
                <a:ea typeface="Arial"/>
                <a:cs typeface="Arial"/>
              </a:defRPr>
            </a:pPr>
            <a:r>
              <a:rPr sz="1800" b="0">
                <a:solidFill>
                  <a:srgbClr val="002D52"/>
                </a:solidFill>
                <a:latin typeface="Arial"/>
                <a:ea typeface="Arial"/>
                <a:cs typeface="Arial"/>
              </a:rPr>
              <a:t>Allocate a 30-day discovery pilot to clue-led participation for The Masked Singer and category play for The Floor.</a:t>
            </a:r>
          </a:p>
        </p:txBody>
      </p:sp>
      <p:sp>
        <p:nvSpPr>
          <p:cNvPr id="7" name="">
            <a:extLst xmlns:a="http://schemas.openxmlformats.org/drawingml/2006/main">
              <a:ext uri="{FF2B5EF4-FFF2-40B4-BE49-F238E27FC236}">
                <a16:creationId xmlns:a16="http://schemas.microsoft.com/office/drawing/2014/main" id="{418E7E1C-5247-444E-BF97-69AA3CDE44B9}"/>
              </a:ext>
            </a:extLst>
          </p:cNvPr>
          <p:cNvSpPr>
            <a:spLocks xmlns:a="http://schemas.openxmlformats.org/drawingml/2006/main" noGrp="1"/>
          </p:cNvSpPr>
          <p:nvPr/>
        </p:nvSpPr>
        <p:spPr>
          <a:xfrm xmlns:a="http://schemas.openxmlformats.org/drawingml/2006/main">
            <a:off x="6429375" y="22574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7B9"/>
                </a:solidFill>
                <a:latin typeface="Arial"/>
                <a:ea typeface="Arial"/>
                <a:cs typeface="Arial"/>
              </a:defRPr>
            </a:defPPr>
            <a:lvl1pPr>
              <a:defRPr sz="1875" b="1">
                <a:solidFill>
                  <a:srgbClr val="0067B9"/>
                </a:solidFill>
                <a:latin typeface="Arial"/>
                <a:ea typeface="Arial"/>
                <a:cs typeface="Arial"/>
              </a:defRPr>
            </a:lvl1pPr>
            <a:lvl2pPr>
              <a:defRPr sz="1875" b="1">
                <a:solidFill>
                  <a:srgbClr val="0067B9"/>
                </a:solidFill>
                <a:latin typeface="Arial"/>
                <a:ea typeface="Arial"/>
                <a:cs typeface="Arial"/>
              </a:defRPr>
            </a:lvl2pPr>
            <a:lvl3pPr>
              <a:defRPr sz="1875" b="1">
                <a:solidFill>
                  <a:srgbClr val="0067B9"/>
                </a:solidFill>
                <a:latin typeface="Arial"/>
                <a:ea typeface="Arial"/>
                <a:cs typeface="Arial"/>
              </a:defRPr>
            </a:lvl3pPr>
            <a:lvl4pPr>
              <a:defRPr sz="1875" b="1">
                <a:solidFill>
                  <a:srgbClr val="0067B9"/>
                </a:solidFill>
                <a:latin typeface="Arial"/>
                <a:ea typeface="Arial"/>
                <a:cs typeface="Arial"/>
              </a:defRPr>
            </a:lvl4pPr>
            <a:lvl5pPr>
              <a:defRPr sz="1875" b="1">
                <a:solidFill>
                  <a:srgbClr val="0067B9"/>
                </a:solidFill>
                <a:latin typeface="Arial"/>
                <a:ea typeface="Arial"/>
                <a:cs typeface="Arial"/>
              </a:defRPr>
            </a:lvl5pPr>
            <a:lvl6pPr>
              <a:defRPr sz="1875" b="1">
                <a:solidFill>
                  <a:srgbClr val="0067B9"/>
                </a:solidFill>
                <a:latin typeface="Arial"/>
                <a:ea typeface="Arial"/>
                <a:cs typeface="Arial"/>
              </a:defRPr>
            </a:lvl6pPr>
            <a:lvl7pPr>
              <a:defRPr sz="1875" b="1">
                <a:solidFill>
                  <a:srgbClr val="0067B9"/>
                </a:solidFill>
                <a:latin typeface="Arial"/>
                <a:ea typeface="Arial"/>
                <a:cs typeface="Arial"/>
              </a:defRPr>
            </a:lvl7pPr>
            <a:lvl8pPr>
              <a:defRPr sz="1875" b="1">
                <a:solidFill>
                  <a:srgbClr val="0067B9"/>
                </a:solidFill>
                <a:latin typeface="Arial"/>
                <a:ea typeface="Arial"/>
                <a:cs typeface="Arial"/>
              </a:defRPr>
            </a:lvl8pPr>
            <a:lvl9pPr>
              <a:defRPr sz="1875" b="1">
                <a:solidFill>
                  <a:srgbClr val="0067B9"/>
                </a:solidFill>
                <a:latin typeface="Arial"/>
                <a:ea typeface="Arial"/>
                <a:cs typeface="Arial"/>
              </a:defRPr>
            </a:lvl9pPr>
          </a:lstStyle>
          <a:p xmlns:a="http://schemas.openxmlformats.org/drawingml/2006/main">
            <a:pPr>
              <a:defRPr sz="1875" b="1">
                <a:solidFill>
                  <a:srgbClr val="0067B9"/>
                </a:solidFill>
                <a:latin typeface="Arial"/>
                <a:ea typeface="Arial"/>
                <a:cs typeface="Arial"/>
              </a:defRPr>
            </a:pPr>
            <a:r>
              <a:rPr sz="1875" b="1">
                <a:solidFill>
                  <a:srgbClr val="0067B9"/>
                </a:solidFill>
                <a:latin typeface="Arial"/>
                <a:ea typeface="Arial"/>
                <a:cs typeface="Arial"/>
              </a:rPr>
              <a:t>The evidence boundary</a:t>
            </a:r>
          </a:p>
        </p:txBody>
      </p:sp>
      <p:sp>
        <p:nvSpPr>
          <p:cNvPr id="8" name="">
            <a:extLst xmlns:a="http://schemas.openxmlformats.org/drawingml/2006/main">
              <a:ext uri="{FF2B5EF4-FFF2-40B4-BE49-F238E27FC236}">
                <a16:creationId xmlns:a16="http://schemas.microsoft.com/office/drawing/2014/main" id="{57ECEA2F-9099-4CBB-BF31-C783211F1F14}"/>
              </a:ext>
            </a:extLst>
          </p:cNvPr>
          <p:cNvSpPr>
            <a:spLocks xmlns:a="http://schemas.openxmlformats.org/drawingml/2006/main" noGrp="1"/>
          </p:cNvSpPr>
          <p:nvPr/>
        </p:nvSpPr>
        <p:spPr>
          <a:xfrm xmlns:a="http://schemas.openxmlformats.org/drawingml/2006/main">
            <a:off x="6429375" y="286702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02D52"/>
                </a:solidFill>
                <a:latin typeface="Arial"/>
                <a:ea typeface="Arial"/>
                <a:cs typeface="Arial"/>
              </a:defRPr>
            </a:defPPr>
            <a:lvl1pPr>
              <a:defRPr sz="1800" b="0">
                <a:solidFill>
                  <a:srgbClr val="002D52"/>
                </a:solidFill>
                <a:latin typeface="Arial"/>
                <a:ea typeface="Arial"/>
                <a:cs typeface="Arial"/>
              </a:defRPr>
            </a:lvl1pPr>
            <a:lvl2pPr>
              <a:defRPr sz="1800" b="0">
                <a:solidFill>
                  <a:srgbClr val="002D52"/>
                </a:solidFill>
                <a:latin typeface="Arial"/>
                <a:ea typeface="Arial"/>
                <a:cs typeface="Arial"/>
              </a:defRPr>
            </a:lvl2pPr>
            <a:lvl3pPr>
              <a:defRPr sz="1800" b="0">
                <a:solidFill>
                  <a:srgbClr val="002D52"/>
                </a:solidFill>
                <a:latin typeface="Arial"/>
                <a:ea typeface="Arial"/>
                <a:cs typeface="Arial"/>
              </a:defRPr>
            </a:lvl3pPr>
            <a:lvl4pPr>
              <a:defRPr sz="1800" b="0">
                <a:solidFill>
                  <a:srgbClr val="002D52"/>
                </a:solidFill>
                <a:latin typeface="Arial"/>
                <a:ea typeface="Arial"/>
                <a:cs typeface="Arial"/>
              </a:defRPr>
            </a:lvl4pPr>
            <a:lvl5pPr>
              <a:defRPr sz="1800" b="0">
                <a:solidFill>
                  <a:srgbClr val="002D52"/>
                </a:solidFill>
                <a:latin typeface="Arial"/>
                <a:ea typeface="Arial"/>
                <a:cs typeface="Arial"/>
              </a:defRPr>
            </a:lvl5pPr>
            <a:lvl6pPr>
              <a:defRPr sz="1800" b="0">
                <a:solidFill>
                  <a:srgbClr val="002D52"/>
                </a:solidFill>
                <a:latin typeface="Arial"/>
                <a:ea typeface="Arial"/>
                <a:cs typeface="Arial"/>
              </a:defRPr>
            </a:lvl6pPr>
            <a:lvl7pPr>
              <a:defRPr sz="1800" b="0">
                <a:solidFill>
                  <a:srgbClr val="002D52"/>
                </a:solidFill>
                <a:latin typeface="Arial"/>
                <a:ea typeface="Arial"/>
                <a:cs typeface="Arial"/>
              </a:defRPr>
            </a:lvl7pPr>
            <a:lvl8pPr>
              <a:defRPr sz="1800" b="0">
                <a:solidFill>
                  <a:srgbClr val="002D52"/>
                </a:solidFill>
                <a:latin typeface="Arial"/>
                <a:ea typeface="Arial"/>
                <a:cs typeface="Arial"/>
              </a:defRPr>
            </a:lvl8pPr>
            <a:lvl9pPr>
              <a:defRPr sz="1800" b="0">
                <a:solidFill>
                  <a:srgbClr val="002D52"/>
                </a:solidFill>
                <a:latin typeface="Arial"/>
                <a:ea typeface="Arial"/>
                <a:cs typeface="Arial"/>
              </a:defRPr>
            </a:lvl9pPr>
          </a:lstStyle>
          <a:p xmlns:a="http://schemas.openxmlformats.org/drawingml/2006/main">
            <a:pPr>
              <a:defRPr sz="1800" b="0">
                <a:solidFill>
                  <a:srgbClr val="002D52"/>
                </a:solidFill>
                <a:latin typeface="Arial"/>
                <a:ea typeface="Arial"/>
                <a:cs typeface="Arial"/>
              </a:defRPr>
            </a:pPr>
            <a:r>
              <a:rPr sz="1800" b="0">
                <a:solidFill>
                  <a:srgbClr val="002D52"/>
                </a:solidFill>
                <a:latin typeface="Arial"/>
                <a:ea typeface="Arial"/>
                <a:cs typeface="Arial"/>
              </a:rPr>
              <a:t>53 weekly Trends observations and 5 public YouTube videos inform timing and creative questions. They do not establish audience overlap or causal lift.</a:t>
            </a:r>
          </a:p>
        </p:txBody>
      </p:sp>
      <p:sp>
        <p:nvSpPr>
          <p:cNvPr id="9" name="">
            <a:extLst xmlns:a="http://schemas.openxmlformats.org/drawingml/2006/main">
              <a:ext uri="{FF2B5EF4-FFF2-40B4-BE49-F238E27FC236}">
                <a16:creationId xmlns:a16="http://schemas.microsoft.com/office/drawing/2014/main" id="{57054EBD-AA0B-416F-9E8A-0397CC2AC836}"/>
              </a:ext>
            </a:extLst>
          </p:cNvPr>
          <p:cNvSpPr>
            <a:spLocks xmlns:a="http://schemas.openxmlformats.org/drawingml/2006/main" noGrp="1"/>
          </p:cNvSpPr>
          <p:nvPr/>
        </p:nvSpPr>
        <p:spPr>
          <a:xfrm xmlns:a="http://schemas.openxmlformats.org/drawingml/2006/main">
            <a:off x="609600" y="5181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2D52"/>
                </a:solidFill>
                <a:latin typeface="Arial"/>
                <a:ea typeface="Arial"/>
                <a:cs typeface="Arial"/>
              </a:defRPr>
            </a:defPPr>
            <a:lvl1pPr>
              <a:defRPr sz="2325" b="1">
                <a:solidFill>
                  <a:srgbClr val="002D52"/>
                </a:solidFill>
                <a:latin typeface="Arial"/>
                <a:ea typeface="Arial"/>
                <a:cs typeface="Arial"/>
              </a:defRPr>
            </a:lvl1pPr>
            <a:lvl2pPr>
              <a:defRPr sz="2325" b="1">
                <a:solidFill>
                  <a:srgbClr val="002D52"/>
                </a:solidFill>
                <a:latin typeface="Arial"/>
                <a:ea typeface="Arial"/>
                <a:cs typeface="Arial"/>
              </a:defRPr>
            </a:lvl2pPr>
            <a:lvl3pPr>
              <a:defRPr sz="2325" b="1">
                <a:solidFill>
                  <a:srgbClr val="002D52"/>
                </a:solidFill>
                <a:latin typeface="Arial"/>
                <a:ea typeface="Arial"/>
                <a:cs typeface="Arial"/>
              </a:defRPr>
            </a:lvl3pPr>
            <a:lvl4pPr>
              <a:defRPr sz="2325" b="1">
                <a:solidFill>
                  <a:srgbClr val="002D52"/>
                </a:solidFill>
                <a:latin typeface="Arial"/>
                <a:ea typeface="Arial"/>
                <a:cs typeface="Arial"/>
              </a:defRPr>
            </a:lvl4pPr>
            <a:lvl5pPr>
              <a:defRPr sz="2325" b="1">
                <a:solidFill>
                  <a:srgbClr val="002D52"/>
                </a:solidFill>
                <a:latin typeface="Arial"/>
                <a:ea typeface="Arial"/>
                <a:cs typeface="Arial"/>
              </a:defRPr>
            </a:lvl5pPr>
            <a:lvl6pPr>
              <a:defRPr sz="2325" b="1">
                <a:solidFill>
                  <a:srgbClr val="002D52"/>
                </a:solidFill>
                <a:latin typeface="Arial"/>
                <a:ea typeface="Arial"/>
                <a:cs typeface="Arial"/>
              </a:defRPr>
            </a:lvl6pPr>
            <a:lvl7pPr>
              <a:defRPr sz="2325" b="1">
                <a:solidFill>
                  <a:srgbClr val="002D52"/>
                </a:solidFill>
                <a:latin typeface="Arial"/>
                <a:ea typeface="Arial"/>
                <a:cs typeface="Arial"/>
              </a:defRPr>
            </a:lvl7pPr>
            <a:lvl8pPr>
              <a:defRPr sz="2325" b="1">
                <a:solidFill>
                  <a:srgbClr val="002D52"/>
                </a:solidFill>
                <a:latin typeface="Arial"/>
                <a:ea typeface="Arial"/>
                <a:cs typeface="Arial"/>
              </a:defRPr>
            </a:lvl8pPr>
            <a:lvl9pPr>
              <a:defRPr sz="2325" b="1">
                <a:solidFill>
                  <a:srgbClr val="002D52"/>
                </a:solidFill>
                <a:latin typeface="Arial"/>
                <a:ea typeface="Arial"/>
                <a:cs typeface="Arial"/>
              </a:defRPr>
            </a:lvl9pPr>
          </a:lstStyle>
          <a:p xmlns:a="http://schemas.openxmlformats.org/drawingml/2006/main">
            <a:pPr>
              <a:defRPr sz="2325" b="1">
                <a:solidFill>
                  <a:srgbClr val="002D52"/>
                </a:solidFill>
                <a:latin typeface="Arial"/>
                <a:ea typeface="Arial"/>
                <a:cs typeface="Arial"/>
              </a:defRPr>
            </a:pPr>
            <a:r>
              <a:rPr sz="2325" b="1">
                <a:solidFill>
                  <a:srgbClr val="002D52"/>
                </a:solidFill>
                <a:latin typeface="Arial"/>
                <a:ea typeface="Arial"/>
                <a:cs typeface="Arial"/>
              </a:rPr>
              <a:t>Success = more qualified episode-page visits per 1,000 impressions</a:t>
            </a:r>
          </a:p>
        </p:txBody>
      </p:sp>
      <p:sp>
        <p:nvSpPr>
          <p:cNvPr id="10" name="">
            <a:extLst xmlns:a="http://schemas.openxmlformats.org/drawingml/2006/main">
              <a:ext uri="{FF2B5EF4-FFF2-40B4-BE49-F238E27FC236}">
                <a16:creationId xmlns:a16="http://schemas.microsoft.com/office/drawing/2014/main" id="{0B651535-2150-4AC4-8D5A-483B697BF78E}"/>
              </a:ext>
            </a:extLst>
          </p:cNvPr>
          <p:cNvSpPr>
            <a:spLocks xmlns:a="http://schemas.openxmlformats.org/drawingml/2006/main" noGrp="1"/>
          </p:cNvSpPr>
          <p:nvPr/>
        </p:nvSpPr>
        <p:spPr>
          <a:xfrm xmlns:a="http://schemas.openxmlformats.org/drawingml/2006/main">
            <a:off x="609600" y="58769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979"/>
                </a:solidFill>
                <a:latin typeface="Arial"/>
                <a:ea typeface="Arial"/>
                <a:cs typeface="Arial"/>
              </a:defRPr>
            </a:defPPr>
            <a:lvl1pPr>
              <a:defRPr sz="1500" b="0">
                <a:solidFill>
                  <a:srgbClr val="536979"/>
                </a:solidFill>
                <a:latin typeface="Arial"/>
                <a:ea typeface="Arial"/>
                <a:cs typeface="Arial"/>
              </a:defRPr>
            </a:lvl1pPr>
            <a:lvl2pPr>
              <a:defRPr sz="1500" b="0">
                <a:solidFill>
                  <a:srgbClr val="536979"/>
                </a:solidFill>
                <a:latin typeface="Arial"/>
                <a:ea typeface="Arial"/>
                <a:cs typeface="Arial"/>
              </a:defRPr>
            </a:lvl2pPr>
            <a:lvl3pPr>
              <a:defRPr sz="1500" b="0">
                <a:solidFill>
                  <a:srgbClr val="536979"/>
                </a:solidFill>
                <a:latin typeface="Arial"/>
                <a:ea typeface="Arial"/>
                <a:cs typeface="Arial"/>
              </a:defRPr>
            </a:lvl3pPr>
            <a:lvl4pPr>
              <a:defRPr sz="1500" b="0">
                <a:solidFill>
                  <a:srgbClr val="536979"/>
                </a:solidFill>
                <a:latin typeface="Arial"/>
                <a:ea typeface="Arial"/>
                <a:cs typeface="Arial"/>
              </a:defRPr>
            </a:lvl4pPr>
            <a:lvl5pPr>
              <a:defRPr sz="1500" b="0">
                <a:solidFill>
                  <a:srgbClr val="536979"/>
                </a:solidFill>
                <a:latin typeface="Arial"/>
                <a:ea typeface="Arial"/>
                <a:cs typeface="Arial"/>
              </a:defRPr>
            </a:lvl5pPr>
            <a:lvl6pPr>
              <a:defRPr sz="1500" b="0">
                <a:solidFill>
                  <a:srgbClr val="536979"/>
                </a:solidFill>
                <a:latin typeface="Arial"/>
                <a:ea typeface="Arial"/>
                <a:cs typeface="Arial"/>
              </a:defRPr>
            </a:lvl6pPr>
            <a:lvl7pPr>
              <a:defRPr sz="1500" b="0">
                <a:solidFill>
                  <a:srgbClr val="536979"/>
                </a:solidFill>
                <a:latin typeface="Arial"/>
                <a:ea typeface="Arial"/>
                <a:cs typeface="Arial"/>
              </a:defRPr>
            </a:lvl7pPr>
            <a:lvl8pPr>
              <a:defRPr sz="1500" b="0">
                <a:solidFill>
                  <a:srgbClr val="536979"/>
                </a:solidFill>
                <a:latin typeface="Arial"/>
                <a:ea typeface="Arial"/>
                <a:cs typeface="Arial"/>
              </a:defRPr>
            </a:lvl8pPr>
            <a:lvl9pPr>
              <a:defRPr sz="1500" b="0">
                <a:solidFill>
                  <a:srgbClr val="536979"/>
                </a:solidFill>
                <a:latin typeface="Arial"/>
                <a:ea typeface="Arial"/>
                <a:cs typeface="Arial"/>
              </a:defRPr>
            </a:lvl9pPr>
          </a:lstStyle>
          <a:p xmlns:a="http://schemas.openxmlformats.org/drawingml/2006/main">
            <a:pPr>
              <a:defRPr sz="1500" b="0">
                <a:solidFill>
                  <a:srgbClr val="536979"/>
                </a:solidFill>
                <a:latin typeface="Arial"/>
                <a:ea typeface="Arial"/>
                <a:cs typeface="Arial"/>
              </a:defRPr>
            </a:pPr>
            <a:r>
              <a:rPr sz="1500" b="0">
                <a:solidFill>
                  <a:srgbClr val="536979"/>
                </a:solidFill>
                <a:latin typeface="Arial"/>
                <a:ea typeface="Arial"/>
                <a:cs typeface="Arial"/>
              </a:rPr>
              <a:t>Hypothesis: inviting viewers to make a choice before the payoff can increase intent to watch.</a:t>
            </a:r>
          </a:p>
        </p:txBody>
      </p:sp>
    </p:spTree>
    <p:extLst>
      <p:ext uri="{BB962C8B-B14F-4D97-AF65-F5344CB8AC3E}">
        <p14:creationId xmlns:p14="http://schemas.microsoft.com/office/powerpoint/2010/main" val="3518988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9C21FB-C473-4836-9382-FB4F5B3CDBAB}"/>
              </a:ext>
            </a:extLst>
          </p:cNvPr>
          <p:cNvSpPr>
            <a:spLocks xmlns:a="http://schemas.openxmlformats.org/drawingml/2006/main" noGrp="1"/>
          </p:cNvSpPr>
          <p:nvPr/>
        </p:nvSpPr>
        <p:spPr>
          <a:xfrm xmlns:a="http://schemas.openxmlformats.org/drawingml/2006/main">
            <a:off x="609600" y="400050"/>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67B9"/>
                </a:solidFill>
                <a:latin typeface="Arial"/>
                <a:ea typeface="Arial"/>
                <a:cs typeface="Arial"/>
              </a:defRPr>
            </a:defPPr>
            <a:lvl1pPr>
              <a:defRPr sz="1125" b="1">
                <a:solidFill>
                  <a:srgbClr val="0067B9"/>
                </a:solidFill>
                <a:latin typeface="Arial"/>
                <a:ea typeface="Arial"/>
                <a:cs typeface="Arial"/>
              </a:defRPr>
            </a:lvl1pPr>
            <a:lvl2pPr>
              <a:defRPr sz="1125" b="1">
                <a:solidFill>
                  <a:srgbClr val="0067B9"/>
                </a:solidFill>
                <a:latin typeface="Arial"/>
                <a:ea typeface="Arial"/>
                <a:cs typeface="Arial"/>
              </a:defRPr>
            </a:lvl2pPr>
            <a:lvl3pPr>
              <a:defRPr sz="1125" b="1">
                <a:solidFill>
                  <a:srgbClr val="0067B9"/>
                </a:solidFill>
                <a:latin typeface="Arial"/>
                <a:ea typeface="Arial"/>
                <a:cs typeface="Arial"/>
              </a:defRPr>
            </a:lvl3pPr>
            <a:lvl4pPr>
              <a:defRPr sz="1125" b="1">
                <a:solidFill>
                  <a:srgbClr val="0067B9"/>
                </a:solidFill>
                <a:latin typeface="Arial"/>
                <a:ea typeface="Arial"/>
                <a:cs typeface="Arial"/>
              </a:defRPr>
            </a:lvl4pPr>
            <a:lvl5pPr>
              <a:defRPr sz="1125" b="1">
                <a:solidFill>
                  <a:srgbClr val="0067B9"/>
                </a:solidFill>
                <a:latin typeface="Arial"/>
                <a:ea typeface="Arial"/>
                <a:cs typeface="Arial"/>
              </a:defRPr>
            </a:lvl5pPr>
            <a:lvl6pPr>
              <a:defRPr sz="1125" b="1">
                <a:solidFill>
                  <a:srgbClr val="0067B9"/>
                </a:solidFill>
                <a:latin typeface="Arial"/>
                <a:ea typeface="Arial"/>
                <a:cs typeface="Arial"/>
              </a:defRPr>
            </a:lvl6pPr>
            <a:lvl7pPr>
              <a:defRPr sz="1125" b="1">
                <a:solidFill>
                  <a:srgbClr val="0067B9"/>
                </a:solidFill>
                <a:latin typeface="Arial"/>
                <a:ea typeface="Arial"/>
                <a:cs typeface="Arial"/>
              </a:defRPr>
            </a:lvl7pPr>
            <a:lvl8pPr>
              <a:defRPr sz="1125" b="1">
                <a:solidFill>
                  <a:srgbClr val="0067B9"/>
                </a:solidFill>
                <a:latin typeface="Arial"/>
                <a:ea typeface="Arial"/>
                <a:cs typeface="Arial"/>
              </a:defRPr>
            </a:lvl8pPr>
            <a:lvl9pPr>
              <a:defRPr sz="1125" b="1">
                <a:solidFill>
                  <a:srgbClr val="0067B9"/>
                </a:solidFill>
                <a:latin typeface="Arial"/>
                <a:ea typeface="Arial"/>
                <a:cs typeface="Arial"/>
              </a:defRPr>
            </a:lvl9pPr>
          </a:lstStyle>
          <a:p xmlns:a="http://schemas.openxmlformats.org/drawingml/2006/main">
            <a:pPr>
              <a:defRPr sz="1125" b="1">
                <a:solidFill>
                  <a:srgbClr val="0067B9"/>
                </a:solidFill>
                <a:latin typeface="Arial"/>
                <a:ea typeface="Arial"/>
                <a:cs typeface="Arial"/>
              </a:defRPr>
            </a:pPr>
            <a:r>
              <a:rPr sz="1125" b="1">
                <a:solidFill>
                  <a:srgbClr val="0067B9"/>
                </a:solidFill>
                <a:latin typeface="Arial"/>
                <a:ea typeface="Arial"/>
                <a:cs typeface="Arial"/>
              </a:rPr>
              <a:t>OBSERVED / GOOGLE TRENDS</a:t>
            </a:r>
          </a:p>
        </p:txBody>
      </p:sp>
      <p:sp>
        <p:nvSpPr>
          <p:cNvPr id="2" name="">
            <a:extLst xmlns:a="http://schemas.openxmlformats.org/drawingml/2006/main">
              <a:ext uri="{FF2B5EF4-FFF2-40B4-BE49-F238E27FC236}">
                <a16:creationId xmlns:a16="http://schemas.microsoft.com/office/drawing/2014/main" id="{D09E3FB1-FD5F-4517-BDA9-0FC296638839}"/>
              </a:ext>
            </a:extLst>
          </p:cNvPr>
          <p:cNvSpPr>
            <a:spLocks xmlns:a="http://schemas.openxmlformats.org/drawingml/2006/main" noGrp="1"/>
          </p:cNvSpPr>
          <p:nvPr/>
        </p:nvSpPr>
        <p:spPr>
          <a:xfrm xmlns:a="http://schemas.openxmlformats.org/drawingml/2006/main">
            <a:off x="609600" y="100012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2D52"/>
                </a:solidFill>
                <a:latin typeface="Arial"/>
                <a:ea typeface="Arial"/>
                <a:cs typeface="Arial"/>
              </a:defRPr>
            </a:defPPr>
            <a:lvl1pPr>
              <a:defRPr sz="3225" b="1">
                <a:solidFill>
                  <a:srgbClr val="002D52"/>
                </a:solidFill>
                <a:latin typeface="Arial"/>
                <a:ea typeface="Arial"/>
                <a:cs typeface="Arial"/>
              </a:defRPr>
            </a:lvl1pPr>
            <a:lvl2pPr>
              <a:defRPr sz="3225" b="1">
                <a:solidFill>
                  <a:srgbClr val="002D52"/>
                </a:solidFill>
                <a:latin typeface="Arial"/>
                <a:ea typeface="Arial"/>
                <a:cs typeface="Arial"/>
              </a:defRPr>
            </a:lvl2pPr>
            <a:lvl3pPr>
              <a:defRPr sz="3225" b="1">
                <a:solidFill>
                  <a:srgbClr val="002D52"/>
                </a:solidFill>
                <a:latin typeface="Arial"/>
                <a:ea typeface="Arial"/>
                <a:cs typeface="Arial"/>
              </a:defRPr>
            </a:lvl3pPr>
            <a:lvl4pPr>
              <a:defRPr sz="3225" b="1">
                <a:solidFill>
                  <a:srgbClr val="002D52"/>
                </a:solidFill>
                <a:latin typeface="Arial"/>
                <a:ea typeface="Arial"/>
                <a:cs typeface="Arial"/>
              </a:defRPr>
            </a:lvl4pPr>
            <a:lvl5pPr>
              <a:defRPr sz="3225" b="1">
                <a:solidFill>
                  <a:srgbClr val="002D52"/>
                </a:solidFill>
                <a:latin typeface="Arial"/>
                <a:ea typeface="Arial"/>
                <a:cs typeface="Arial"/>
              </a:defRPr>
            </a:lvl5pPr>
            <a:lvl6pPr>
              <a:defRPr sz="3225" b="1">
                <a:solidFill>
                  <a:srgbClr val="002D52"/>
                </a:solidFill>
                <a:latin typeface="Arial"/>
                <a:ea typeface="Arial"/>
                <a:cs typeface="Arial"/>
              </a:defRPr>
            </a:lvl6pPr>
            <a:lvl7pPr>
              <a:defRPr sz="3225" b="1">
                <a:solidFill>
                  <a:srgbClr val="002D52"/>
                </a:solidFill>
                <a:latin typeface="Arial"/>
                <a:ea typeface="Arial"/>
                <a:cs typeface="Arial"/>
              </a:defRPr>
            </a:lvl7pPr>
            <a:lvl8pPr>
              <a:defRPr sz="3225" b="1">
                <a:solidFill>
                  <a:srgbClr val="002D52"/>
                </a:solidFill>
                <a:latin typeface="Arial"/>
                <a:ea typeface="Arial"/>
                <a:cs typeface="Arial"/>
              </a:defRPr>
            </a:lvl8pPr>
            <a:lvl9pPr>
              <a:defRPr sz="3225" b="1">
                <a:solidFill>
                  <a:srgbClr val="002D52"/>
                </a:solidFill>
                <a:latin typeface="Arial"/>
                <a:ea typeface="Arial"/>
                <a:cs typeface="Arial"/>
              </a:defRPr>
            </a:lvl9pPr>
          </a:lstStyle>
          <a:p xmlns:a="http://schemas.openxmlformats.org/drawingml/2006/main">
            <a:pPr>
              <a:defRPr sz="3225" b="1">
                <a:solidFill>
                  <a:srgbClr val="002D52"/>
                </a:solidFill>
                <a:latin typeface="Arial"/>
                <a:ea typeface="Arial"/>
                <a:cs typeface="Arial"/>
              </a:defRPr>
            </a:pPr>
            <a:r>
              <a:rPr sz="3225" b="1">
                <a:solidFill>
                  <a:srgbClr val="002D52"/>
                </a:solidFill>
                <a:latin typeface="Arial"/>
                <a:ea typeface="Arial"/>
                <a:cs typeface="Arial"/>
              </a:rPr>
              <a:t>The Masked Singer search peaks in spring</a:t>
            </a:r>
          </a:p>
        </p:txBody>
      </p:sp>
      <p:sp>
        <p:nvSpPr>
          <p:cNvPr id="3" name="">
            <a:extLst xmlns:a="http://schemas.openxmlformats.org/drawingml/2006/main">
              <a:ext uri="{FF2B5EF4-FFF2-40B4-BE49-F238E27FC236}">
                <a16:creationId xmlns:a16="http://schemas.microsoft.com/office/drawing/2014/main" id="{5A300EB1-BB74-44CC-83A6-75B76D97C0D3}"/>
              </a:ext>
            </a:extLst>
          </p:cNvPr>
          <p:cNvSpPr>
            <a:spLocks xmlns:a="http://schemas.openxmlformats.org/drawingml/2006/main" noGrp="1"/>
          </p:cNvSpPr>
          <p:nvPr/>
        </p:nvSpPr>
        <p:spPr>
          <a:xfrm xmlns:a="http://schemas.openxmlformats.org/drawingml/2006/main">
            <a:off x="609600" y="6448425"/>
            <a:ext cx="9715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36979"/>
                </a:solidFill>
                <a:latin typeface="Arial"/>
                <a:ea typeface="Arial"/>
                <a:cs typeface="Arial"/>
              </a:defRPr>
            </a:defPPr>
            <a:lvl1pPr>
              <a:defRPr sz="900" b="0">
                <a:solidFill>
                  <a:srgbClr val="536979"/>
                </a:solidFill>
                <a:latin typeface="Arial"/>
                <a:ea typeface="Arial"/>
                <a:cs typeface="Arial"/>
              </a:defRPr>
            </a:lvl1pPr>
            <a:lvl2pPr>
              <a:defRPr sz="900" b="0">
                <a:solidFill>
                  <a:srgbClr val="536979"/>
                </a:solidFill>
                <a:latin typeface="Arial"/>
                <a:ea typeface="Arial"/>
                <a:cs typeface="Arial"/>
              </a:defRPr>
            </a:lvl2pPr>
            <a:lvl3pPr>
              <a:defRPr sz="900" b="0">
                <a:solidFill>
                  <a:srgbClr val="536979"/>
                </a:solidFill>
                <a:latin typeface="Arial"/>
                <a:ea typeface="Arial"/>
                <a:cs typeface="Arial"/>
              </a:defRPr>
            </a:lvl3pPr>
            <a:lvl4pPr>
              <a:defRPr sz="900" b="0">
                <a:solidFill>
                  <a:srgbClr val="536979"/>
                </a:solidFill>
                <a:latin typeface="Arial"/>
                <a:ea typeface="Arial"/>
                <a:cs typeface="Arial"/>
              </a:defRPr>
            </a:lvl4pPr>
            <a:lvl5pPr>
              <a:defRPr sz="900" b="0">
                <a:solidFill>
                  <a:srgbClr val="536979"/>
                </a:solidFill>
                <a:latin typeface="Arial"/>
                <a:ea typeface="Arial"/>
                <a:cs typeface="Arial"/>
              </a:defRPr>
            </a:lvl5pPr>
            <a:lvl6pPr>
              <a:defRPr sz="900" b="0">
                <a:solidFill>
                  <a:srgbClr val="536979"/>
                </a:solidFill>
                <a:latin typeface="Arial"/>
                <a:ea typeface="Arial"/>
                <a:cs typeface="Arial"/>
              </a:defRPr>
            </a:lvl6pPr>
            <a:lvl7pPr>
              <a:defRPr sz="900" b="0">
                <a:solidFill>
                  <a:srgbClr val="536979"/>
                </a:solidFill>
                <a:latin typeface="Arial"/>
                <a:ea typeface="Arial"/>
                <a:cs typeface="Arial"/>
              </a:defRPr>
            </a:lvl7pPr>
            <a:lvl8pPr>
              <a:defRPr sz="900" b="0">
                <a:solidFill>
                  <a:srgbClr val="536979"/>
                </a:solidFill>
                <a:latin typeface="Arial"/>
                <a:ea typeface="Arial"/>
                <a:cs typeface="Arial"/>
              </a:defRPr>
            </a:lvl8pPr>
            <a:lvl9pPr>
              <a:defRPr sz="900" b="0">
                <a:solidFill>
                  <a:srgbClr val="536979"/>
                </a:solidFill>
                <a:latin typeface="Arial"/>
                <a:ea typeface="Arial"/>
                <a:cs typeface="Arial"/>
              </a:defRPr>
            </a:lvl9pPr>
          </a:lstStyle>
          <a:p xmlns:a="http://schemas.openxmlformats.org/drawingml/2006/main">
            <a:pPr>
              <a:defRPr sz="900" b="0">
                <a:solidFill>
                  <a:srgbClr val="536979"/>
                </a:solidFill>
                <a:latin typeface="Arial"/>
                <a:ea typeface="Arial"/>
                <a:cs typeface="Arial"/>
              </a:defRPr>
            </a:pPr>
            <a:r>
              <a:rPr sz="900" b="0">
                <a:solidFill>
                  <a:srgbClr val="536979"/>
                </a:solidFill>
                <a:latin typeface="Arial"/>
                <a:ea typeface="Arial"/>
                <a:cs typeface="Arial"/>
              </a:rPr>
              <a:t>BEYOND THE SCREEN / INDEPENDENT PROJECT</a:t>
            </a:r>
          </a:p>
        </p:txBody>
      </p:sp>
      <p:sp>
        <p:nvSpPr>
          <p:cNvPr id="4" name="">
            <a:extLst xmlns:a="http://schemas.openxmlformats.org/drawingml/2006/main">
              <a:ext uri="{FF2B5EF4-FFF2-40B4-BE49-F238E27FC236}">
                <a16:creationId xmlns:a16="http://schemas.microsoft.com/office/drawing/2014/main" id="{A4448770-2F69-4F6C-8C6F-E0E1DE1A9814}"/>
              </a:ext>
            </a:extLst>
          </p:cNvPr>
          <p:cNvSpPr>
            <a:spLocks xmlns:a="http://schemas.openxmlformats.org/drawingml/2006/main" noGrp="1"/>
          </p:cNvSpPr>
          <p:nvPr/>
        </p:nvSpPr>
        <p:spPr>
          <a:xfrm xmlns:a="http://schemas.openxmlformats.org/drawingml/2006/main">
            <a:off x="11049000" y="64103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067B9"/>
                </a:solidFill>
                <a:latin typeface="Arial"/>
                <a:ea typeface="Arial"/>
                <a:cs typeface="Arial"/>
              </a:defRPr>
            </a:defPPr>
            <a:lvl1pPr>
              <a:defRPr sz="1425" b="1">
                <a:solidFill>
                  <a:srgbClr val="0067B9"/>
                </a:solidFill>
                <a:latin typeface="Arial"/>
                <a:ea typeface="Arial"/>
                <a:cs typeface="Arial"/>
              </a:defRPr>
            </a:lvl1pPr>
            <a:lvl2pPr>
              <a:defRPr sz="1425" b="1">
                <a:solidFill>
                  <a:srgbClr val="0067B9"/>
                </a:solidFill>
                <a:latin typeface="Arial"/>
                <a:ea typeface="Arial"/>
                <a:cs typeface="Arial"/>
              </a:defRPr>
            </a:lvl2pPr>
            <a:lvl3pPr>
              <a:defRPr sz="1425" b="1">
                <a:solidFill>
                  <a:srgbClr val="0067B9"/>
                </a:solidFill>
                <a:latin typeface="Arial"/>
                <a:ea typeface="Arial"/>
                <a:cs typeface="Arial"/>
              </a:defRPr>
            </a:lvl3pPr>
            <a:lvl4pPr>
              <a:defRPr sz="1425" b="1">
                <a:solidFill>
                  <a:srgbClr val="0067B9"/>
                </a:solidFill>
                <a:latin typeface="Arial"/>
                <a:ea typeface="Arial"/>
                <a:cs typeface="Arial"/>
              </a:defRPr>
            </a:lvl4pPr>
            <a:lvl5pPr>
              <a:defRPr sz="1425" b="1">
                <a:solidFill>
                  <a:srgbClr val="0067B9"/>
                </a:solidFill>
                <a:latin typeface="Arial"/>
                <a:ea typeface="Arial"/>
                <a:cs typeface="Arial"/>
              </a:defRPr>
            </a:lvl5pPr>
            <a:lvl6pPr>
              <a:defRPr sz="1425" b="1">
                <a:solidFill>
                  <a:srgbClr val="0067B9"/>
                </a:solidFill>
                <a:latin typeface="Arial"/>
                <a:ea typeface="Arial"/>
                <a:cs typeface="Arial"/>
              </a:defRPr>
            </a:lvl6pPr>
            <a:lvl7pPr>
              <a:defRPr sz="1425" b="1">
                <a:solidFill>
                  <a:srgbClr val="0067B9"/>
                </a:solidFill>
                <a:latin typeface="Arial"/>
                <a:ea typeface="Arial"/>
                <a:cs typeface="Arial"/>
              </a:defRPr>
            </a:lvl7pPr>
            <a:lvl8pPr>
              <a:defRPr sz="1425" b="1">
                <a:solidFill>
                  <a:srgbClr val="0067B9"/>
                </a:solidFill>
                <a:latin typeface="Arial"/>
                <a:ea typeface="Arial"/>
                <a:cs typeface="Arial"/>
              </a:defRPr>
            </a:lvl8pPr>
            <a:lvl9pPr>
              <a:defRPr sz="1425" b="1">
                <a:solidFill>
                  <a:srgbClr val="0067B9"/>
                </a:solidFill>
                <a:latin typeface="Arial"/>
                <a:ea typeface="Arial"/>
                <a:cs typeface="Arial"/>
              </a:defRPr>
            </a:lvl9pPr>
          </a:lstStyle>
          <a:p xmlns:a="http://schemas.openxmlformats.org/drawingml/2006/main">
            <a:pPr>
              <a:defRPr sz="1425" b="1">
                <a:solidFill>
                  <a:srgbClr val="0067B9"/>
                </a:solidFill>
                <a:latin typeface="Arial"/>
                <a:ea typeface="Arial"/>
                <a:cs typeface="Arial"/>
              </a:defRPr>
            </a:pPr>
            <a:r>
              <a:rPr sz="1425" b="1">
                <a:solidFill>
                  <a:srgbClr val="0067B9"/>
                </a:solidFill>
                <a:latin typeface="Arial"/>
                <a:ea typeface="Arial"/>
                <a:cs typeface="Arial"/>
              </a:rPr>
              <a:t>03</a:t>
            </a:r>
          </a:p>
        </p:txBody>
      </p:sp>
      <p:graphicFrame>
        <p:nvGraphicFramePr>
          <p:cNvPr id="5" name="Chart">
            <a:extLst xmlns:a="http://schemas.openxmlformats.org/drawingml/2006/main">
              <a:ext uri="{FF2B5EF4-FFF2-40B4-BE49-F238E27FC236}">
                <a16:creationId xmlns:a16="http://schemas.microsoft.com/office/drawing/2014/main" id="{F5BBE181-960A-4C0D-9064-C53F1D1F9133}"/>
              </a:ext>
            </a:extLst>
          </p:cNvPr>
          <p:cNvGraphicFramePr/>
          <p:nvPr/>
        </p:nvGraphicFramePr>
        <p:xfrm>
          <a:off xmlns:a="http://schemas.openxmlformats.org/drawingml/2006/main" x="523875" y="2190750"/>
          <a:ext xmlns:a="http://schemas.openxmlformats.org/drawingml/2006/main" cx="7381875" cy="3429000"/>
        </p:xfrm>
        <a:graphic xmlns:a="http://schemas.openxmlformats.org/drawingml/2006/main">
          <a:graphicData uri="http://schemas.openxmlformats.org/drawingml/2006/chart">
            <c:chart xmlns:r="http://schemas.openxmlformats.org/officeDocument/2006/relationships" xmlns:c="http://schemas.openxmlformats.org/drawingml/2006/chart" r:id="Rfe25e469a3f546d2"/>
          </a:graphicData>
        </a:graphic>
      </p:graphicFrame>
      <p:sp>
        <p:nvSpPr>
          <p:cNvPr id="6" name="">
            <a:extLst xmlns:a="http://schemas.openxmlformats.org/drawingml/2006/main">
              <a:ext uri="{FF2B5EF4-FFF2-40B4-BE49-F238E27FC236}">
                <a16:creationId xmlns:a16="http://schemas.microsoft.com/office/drawing/2014/main" id="{9C1BEBFA-B1F9-4EEB-8DA3-ABC2698008E6}"/>
              </a:ext>
            </a:extLst>
          </p:cNvPr>
          <p:cNvSpPr>
            <a:spLocks xmlns:a="http://schemas.openxmlformats.org/drawingml/2006/main" noGrp="1"/>
          </p:cNvSpPr>
          <p:nvPr/>
        </p:nvSpPr>
        <p:spPr>
          <a:xfrm xmlns:a="http://schemas.openxmlformats.org/drawingml/2006/main">
            <a:off x="904875" y="555307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979"/>
                </a:solidFill>
                <a:latin typeface="Arial"/>
                <a:ea typeface="Arial"/>
                <a:cs typeface="Arial"/>
              </a:defRPr>
            </a:defPPr>
            <a:lvl1pPr>
              <a:defRPr sz="1125" b="0">
                <a:solidFill>
                  <a:srgbClr val="536979"/>
                </a:solidFill>
                <a:latin typeface="Arial"/>
                <a:ea typeface="Arial"/>
                <a:cs typeface="Arial"/>
              </a:defRPr>
            </a:lvl1pPr>
            <a:lvl2pPr>
              <a:defRPr sz="1125" b="0">
                <a:solidFill>
                  <a:srgbClr val="536979"/>
                </a:solidFill>
                <a:latin typeface="Arial"/>
                <a:ea typeface="Arial"/>
                <a:cs typeface="Arial"/>
              </a:defRPr>
            </a:lvl2pPr>
            <a:lvl3pPr>
              <a:defRPr sz="1125" b="0">
                <a:solidFill>
                  <a:srgbClr val="536979"/>
                </a:solidFill>
                <a:latin typeface="Arial"/>
                <a:ea typeface="Arial"/>
                <a:cs typeface="Arial"/>
              </a:defRPr>
            </a:lvl3pPr>
            <a:lvl4pPr>
              <a:defRPr sz="1125" b="0">
                <a:solidFill>
                  <a:srgbClr val="536979"/>
                </a:solidFill>
                <a:latin typeface="Arial"/>
                <a:ea typeface="Arial"/>
                <a:cs typeface="Arial"/>
              </a:defRPr>
            </a:lvl4pPr>
            <a:lvl5pPr>
              <a:defRPr sz="1125" b="0">
                <a:solidFill>
                  <a:srgbClr val="536979"/>
                </a:solidFill>
                <a:latin typeface="Arial"/>
                <a:ea typeface="Arial"/>
                <a:cs typeface="Arial"/>
              </a:defRPr>
            </a:lvl5pPr>
            <a:lvl6pPr>
              <a:defRPr sz="1125" b="0">
                <a:solidFill>
                  <a:srgbClr val="536979"/>
                </a:solidFill>
                <a:latin typeface="Arial"/>
                <a:ea typeface="Arial"/>
                <a:cs typeface="Arial"/>
              </a:defRPr>
            </a:lvl6pPr>
            <a:lvl7pPr>
              <a:defRPr sz="1125" b="0">
                <a:solidFill>
                  <a:srgbClr val="536979"/>
                </a:solidFill>
                <a:latin typeface="Arial"/>
                <a:ea typeface="Arial"/>
                <a:cs typeface="Arial"/>
              </a:defRPr>
            </a:lvl7pPr>
            <a:lvl8pPr>
              <a:defRPr sz="1125" b="0">
                <a:solidFill>
                  <a:srgbClr val="536979"/>
                </a:solidFill>
                <a:latin typeface="Arial"/>
                <a:ea typeface="Arial"/>
                <a:cs typeface="Arial"/>
              </a:defRPr>
            </a:lvl8pPr>
            <a:lvl9pPr>
              <a:defRPr sz="1125" b="0">
                <a:solidFill>
                  <a:srgbClr val="536979"/>
                </a:solidFill>
                <a:latin typeface="Arial"/>
                <a:ea typeface="Arial"/>
                <a:cs typeface="Arial"/>
              </a:defRPr>
            </a:lvl9pPr>
          </a:lstStyle>
          <a:p xmlns:a="http://schemas.openxmlformats.org/drawingml/2006/main">
            <a:pPr>
              <a:defRPr sz="1125" b="0">
                <a:solidFill>
                  <a:srgbClr val="536979"/>
                </a:solidFill>
                <a:latin typeface="Arial"/>
                <a:ea typeface="Arial"/>
                <a:cs typeface="Arial"/>
              </a:defRPr>
            </a:pPr>
            <a:r>
              <a:rPr sz="1125" b="0">
                <a:solidFill>
                  <a:srgbClr val="536979"/>
                </a:solidFill>
                <a:latin typeface="Arial"/>
                <a:ea typeface="Arial"/>
                <a:cs typeface="Arial"/>
              </a:rPr>
              <a:t>Dec 29, 2024</a:t>
            </a:r>
          </a:p>
        </p:txBody>
      </p:sp>
      <p:sp>
        <p:nvSpPr>
          <p:cNvPr id="7" name="">
            <a:extLst xmlns:a="http://schemas.openxmlformats.org/drawingml/2006/main">
              <a:ext uri="{FF2B5EF4-FFF2-40B4-BE49-F238E27FC236}">
                <a16:creationId xmlns:a16="http://schemas.microsoft.com/office/drawing/2014/main" id="{08FD7BB9-CBD8-4D6E-8DE0-193A85426E05}"/>
              </a:ext>
            </a:extLst>
          </p:cNvPr>
          <p:cNvSpPr>
            <a:spLocks xmlns:a="http://schemas.openxmlformats.org/drawingml/2006/main" noGrp="1"/>
          </p:cNvSpPr>
          <p:nvPr/>
        </p:nvSpPr>
        <p:spPr>
          <a:xfrm xmlns:a="http://schemas.openxmlformats.org/drawingml/2006/main">
            <a:off x="2924175" y="555307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979"/>
                </a:solidFill>
                <a:latin typeface="Arial"/>
                <a:ea typeface="Arial"/>
                <a:cs typeface="Arial"/>
              </a:defRPr>
            </a:defPPr>
            <a:lvl1pPr>
              <a:defRPr sz="1125" b="0">
                <a:solidFill>
                  <a:srgbClr val="536979"/>
                </a:solidFill>
                <a:latin typeface="Arial"/>
                <a:ea typeface="Arial"/>
                <a:cs typeface="Arial"/>
              </a:defRPr>
            </a:lvl1pPr>
            <a:lvl2pPr>
              <a:defRPr sz="1125" b="0">
                <a:solidFill>
                  <a:srgbClr val="536979"/>
                </a:solidFill>
                <a:latin typeface="Arial"/>
                <a:ea typeface="Arial"/>
                <a:cs typeface="Arial"/>
              </a:defRPr>
            </a:lvl2pPr>
            <a:lvl3pPr>
              <a:defRPr sz="1125" b="0">
                <a:solidFill>
                  <a:srgbClr val="536979"/>
                </a:solidFill>
                <a:latin typeface="Arial"/>
                <a:ea typeface="Arial"/>
                <a:cs typeface="Arial"/>
              </a:defRPr>
            </a:lvl3pPr>
            <a:lvl4pPr>
              <a:defRPr sz="1125" b="0">
                <a:solidFill>
                  <a:srgbClr val="536979"/>
                </a:solidFill>
                <a:latin typeface="Arial"/>
                <a:ea typeface="Arial"/>
                <a:cs typeface="Arial"/>
              </a:defRPr>
            </a:lvl4pPr>
            <a:lvl5pPr>
              <a:defRPr sz="1125" b="0">
                <a:solidFill>
                  <a:srgbClr val="536979"/>
                </a:solidFill>
                <a:latin typeface="Arial"/>
                <a:ea typeface="Arial"/>
                <a:cs typeface="Arial"/>
              </a:defRPr>
            </a:lvl5pPr>
            <a:lvl6pPr>
              <a:defRPr sz="1125" b="0">
                <a:solidFill>
                  <a:srgbClr val="536979"/>
                </a:solidFill>
                <a:latin typeface="Arial"/>
                <a:ea typeface="Arial"/>
                <a:cs typeface="Arial"/>
              </a:defRPr>
            </a:lvl6pPr>
            <a:lvl7pPr>
              <a:defRPr sz="1125" b="0">
                <a:solidFill>
                  <a:srgbClr val="536979"/>
                </a:solidFill>
                <a:latin typeface="Arial"/>
                <a:ea typeface="Arial"/>
                <a:cs typeface="Arial"/>
              </a:defRPr>
            </a:lvl7pPr>
            <a:lvl8pPr>
              <a:defRPr sz="1125" b="0">
                <a:solidFill>
                  <a:srgbClr val="536979"/>
                </a:solidFill>
                <a:latin typeface="Arial"/>
                <a:ea typeface="Arial"/>
                <a:cs typeface="Arial"/>
              </a:defRPr>
            </a:lvl8pPr>
            <a:lvl9pPr>
              <a:defRPr sz="1125" b="0">
                <a:solidFill>
                  <a:srgbClr val="536979"/>
                </a:solidFill>
                <a:latin typeface="Arial"/>
                <a:ea typeface="Arial"/>
                <a:cs typeface="Arial"/>
              </a:defRPr>
            </a:lvl9pPr>
          </a:lstStyle>
          <a:p xmlns:a="http://schemas.openxmlformats.org/drawingml/2006/main">
            <a:pPr>
              <a:defRPr sz="1125" b="0">
                <a:solidFill>
                  <a:srgbClr val="536979"/>
                </a:solidFill>
                <a:latin typeface="Arial"/>
                <a:ea typeface="Arial"/>
                <a:cs typeface="Arial"/>
              </a:defRPr>
            </a:pPr>
            <a:r>
              <a:rPr sz="1125" b="0">
                <a:solidFill>
                  <a:srgbClr val="536979"/>
                </a:solidFill>
                <a:latin typeface="Arial"/>
                <a:ea typeface="Arial"/>
                <a:cs typeface="Arial"/>
              </a:rPr>
              <a:t>May 4, 2025</a:t>
            </a:r>
          </a:p>
        </p:txBody>
      </p:sp>
      <p:sp>
        <p:nvSpPr>
          <p:cNvPr id="8" name="">
            <a:extLst xmlns:a="http://schemas.openxmlformats.org/drawingml/2006/main">
              <a:ext uri="{FF2B5EF4-FFF2-40B4-BE49-F238E27FC236}">
                <a16:creationId xmlns:a16="http://schemas.microsoft.com/office/drawing/2014/main" id="{FA1B4ED9-FF90-4B15-A117-10FBCBEA6829}"/>
              </a:ext>
            </a:extLst>
          </p:cNvPr>
          <p:cNvSpPr>
            <a:spLocks xmlns:a="http://schemas.openxmlformats.org/drawingml/2006/main" noGrp="1"/>
          </p:cNvSpPr>
          <p:nvPr/>
        </p:nvSpPr>
        <p:spPr>
          <a:xfrm xmlns:a="http://schemas.openxmlformats.org/drawingml/2006/main">
            <a:off x="6781800" y="555307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979"/>
                </a:solidFill>
                <a:latin typeface="Arial"/>
                <a:ea typeface="Arial"/>
                <a:cs typeface="Arial"/>
              </a:defRPr>
            </a:defPPr>
            <a:lvl1pPr>
              <a:defRPr sz="1125" b="0">
                <a:solidFill>
                  <a:srgbClr val="536979"/>
                </a:solidFill>
                <a:latin typeface="Arial"/>
                <a:ea typeface="Arial"/>
                <a:cs typeface="Arial"/>
              </a:defRPr>
            </a:lvl1pPr>
            <a:lvl2pPr>
              <a:defRPr sz="1125" b="0">
                <a:solidFill>
                  <a:srgbClr val="536979"/>
                </a:solidFill>
                <a:latin typeface="Arial"/>
                <a:ea typeface="Arial"/>
                <a:cs typeface="Arial"/>
              </a:defRPr>
            </a:lvl2pPr>
            <a:lvl3pPr>
              <a:defRPr sz="1125" b="0">
                <a:solidFill>
                  <a:srgbClr val="536979"/>
                </a:solidFill>
                <a:latin typeface="Arial"/>
                <a:ea typeface="Arial"/>
                <a:cs typeface="Arial"/>
              </a:defRPr>
            </a:lvl3pPr>
            <a:lvl4pPr>
              <a:defRPr sz="1125" b="0">
                <a:solidFill>
                  <a:srgbClr val="536979"/>
                </a:solidFill>
                <a:latin typeface="Arial"/>
                <a:ea typeface="Arial"/>
                <a:cs typeface="Arial"/>
              </a:defRPr>
            </a:lvl4pPr>
            <a:lvl5pPr>
              <a:defRPr sz="1125" b="0">
                <a:solidFill>
                  <a:srgbClr val="536979"/>
                </a:solidFill>
                <a:latin typeface="Arial"/>
                <a:ea typeface="Arial"/>
                <a:cs typeface="Arial"/>
              </a:defRPr>
            </a:lvl5pPr>
            <a:lvl6pPr>
              <a:defRPr sz="1125" b="0">
                <a:solidFill>
                  <a:srgbClr val="536979"/>
                </a:solidFill>
                <a:latin typeface="Arial"/>
                <a:ea typeface="Arial"/>
                <a:cs typeface="Arial"/>
              </a:defRPr>
            </a:lvl6pPr>
            <a:lvl7pPr>
              <a:defRPr sz="1125" b="0">
                <a:solidFill>
                  <a:srgbClr val="536979"/>
                </a:solidFill>
                <a:latin typeface="Arial"/>
                <a:ea typeface="Arial"/>
                <a:cs typeface="Arial"/>
              </a:defRPr>
            </a:lvl7pPr>
            <a:lvl8pPr>
              <a:defRPr sz="1125" b="0">
                <a:solidFill>
                  <a:srgbClr val="536979"/>
                </a:solidFill>
                <a:latin typeface="Arial"/>
                <a:ea typeface="Arial"/>
                <a:cs typeface="Arial"/>
              </a:defRPr>
            </a:lvl8pPr>
            <a:lvl9pPr>
              <a:defRPr sz="1125" b="0">
                <a:solidFill>
                  <a:srgbClr val="536979"/>
                </a:solidFill>
                <a:latin typeface="Arial"/>
                <a:ea typeface="Arial"/>
                <a:cs typeface="Arial"/>
              </a:defRPr>
            </a:lvl9pPr>
          </a:lstStyle>
          <a:p xmlns:a="http://schemas.openxmlformats.org/drawingml/2006/main">
            <a:pPr>
              <a:defRPr sz="1125" b="0">
                <a:solidFill>
                  <a:srgbClr val="536979"/>
                </a:solidFill>
                <a:latin typeface="Arial"/>
                <a:ea typeface="Arial"/>
                <a:cs typeface="Arial"/>
              </a:defRPr>
            </a:pPr>
            <a:r>
              <a:rPr sz="1125" b="0">
                <a:solidFill>
                  <a:srgbClr val="536979"/>
                </a:solidFill>
                <a:latin typeface="Arial"/>
                <a:ea typeface="Arial"/>
                <a:cs typeface="Arial"/>
              </a:rPr>
              <a:t>Dec 28, 2025</a:t>
            </a:r>
          </a:p>
        </p:txBody>
      </p:sp>
      <p:sp>
        <p:nvSpPr>
          <p:cNvPr id="9" name="">
            <a:extLst xmlns:a="http://schemas.openxmlformats.org/drawingml/2006/main">
              <a:ext uri="{FF2B5EF4-FFF2-40B4-BE49-F238E27FC236}">
                <a16:creationId xmlns:a16="http://schemas.microsoft.com/office/drawing/2014/main" id="{BB71C34D-CCB4-4371-A8AD-748DA519F219}"/>
              </a:ext>
            </a:extLst>
          </p:cNvPr>
          <p:cNvSpPr>
            <a:spLocks xmlns:a="http://schemas.openxmlformats.org/drawingml/2006/main" noGrp="1"/>
          </p:cNvSpPr>
          <p:nvPr/>
        </p:nvSpPr>
        <p:spPr>
          <a:xfrm xmlns:a="http://schemas.openxmlformats.org/drawingml/2006/main">
            <a:off x="8239125" y="220027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1">
                <a:solidFill>
                  <a:srgbClr val="0067B9"/>
                </a:solidFill>
                <a:latin typeface="Arial"/>
                <a:ea typeface="Arial"/>
                <a:cs typeface="Arial"/>
              </a:defRPr>
            </a:defPPr>
            <a:lvl1pPr>
              <a:defRPr sz="6450" b="1">
                <a:solidFill>
                  <a:srgbClr val="0067B9"/>
                </a:solidFill>
                <a:latin typeface="Arial"/>
                <a:ea typeface="Arial"/>
                <a:cs typeface="Arial"/>
              </a:defRPr>
            </a:lvl1pPr>
            <a:lvl2pPr>
              <a:defRPr sz="6450" b="1">
                <a:solidFill>
                  <a:srgbClr val="0067B9"/>
                </a:solidFill>
                <a:latin typeface="Arial"/>
                <a:ea typeface="Arial"/>
                <a:cs typeface="Arial"/>
              </a:defRPr>
            </a:lvl2pPr>
            <a:lvl3pPr>
              <a:defRPr sz="6450" b="1">
                <a:solidFill>
                  <a:srgbClr val="0067B9"/>
                </a:solidFill>
                <a:latin typeface="Arial"/>
                <a:ea typeface="Arial"/>
                <a:cs typeface="Arial"/>
              </a:defRPr>
            </a:lvl3pPr>
            <a:lvl4pPr>
              <a:defRPr sz="6450" b="1">
                <a:solidFill>
                  <a:srgbClr val="0067B9"/>
                </a:solidFill>
                <a:latin typeface="Arial"/>
                <a:ea typeface="Arial"/>
                <a:cs typeface="Arial"/>
              </a:defRPr>
            </a:lvl4pPr>
            <a:lvl5pPr>
              <a:defRPr sz="6450" b="1">
                <a:solidFill>
                  <a:srgbClr val="0067B9"/>
                </a:solidFill>
                <a:latin typeface="Arial"/>
                <a:ea typeface="Arial"/>
                <a:cs typeface="Arial"/>
              </a:defRPr>
            </a:lvl5pPr>
            <a:lvl6pPr>
              <a:defRPr sz="6450" b="1">
                <a:solidFill>
                  <a:srgbClr val="0067B9"/>
                </a:solidFill>
                <a:latin typeface="Arial"/>
                <a:ea typeface="Arial"/>
                <a:cs typeface="Arial"/>
              </a:defRPr>
            </a:lvl6pPr>
            <a:lvl7pPr>
              <a:defRPr sz="6450" b="1">
                <a:solidFill>
                  <a:srgbClr val="0067B9"/>
                </a:solidFill>
                <a:latin typeface="Arial"/>
                <a:ea typeface="Arial"/>
                <a:cs typeface="Arial"/>
              </a:defRPr>
            </a:lvl7pPr>
            <a:lvl8pPr>
              <a:defRPr sz="6450" b="1">
                <a:solidFill>
                  <a:srgbClr val="0067B9"/>
                </a:solidFill>
                <a:latin typeface="Arial"/>
                <a:ea typeface="Arial"/>
                <a:cs typeface="Arial"/>
              </a:defRPr>
            </a:lvl8pPr>
            <a:lvl9pPr>
              <a:defRPr sz="6450" b="1">
                <a:solidFill>
                  <a:srgbClr val="0067B9"/>
                </a:solidFill>
                <a:latin typeface="Arial"/>
                <a:ea typeface="Arial"/>
                <a:cs typeface="Arial"/>
              </a:defRPr>
            </a:lvl9pPr>
          </a:lstStyle>
          <a:p xmlns:a="http://schemas.openxmlformats.org/drawingml/2006/main">
            <a:pPr>
              <a:defRPr sz="6450" b="1">
                <a:solidFill>
                  <a:srgbClr val="0067B9"/>
                </a:solidFill>
                <a:latin typeface="Arial"/>
                <a:ea typeface="Arial"/>
                <a:cs typeface="Arial"/>
              </a:defRPr>
            </a:pPr>
            <a:r>
              <a:rPr sz="6450" b="1">
                <a:solidFill>
                  <a:srgbClr val="0067B9"/>
                </a:solidFill>
                <a:latin typeface="Arial"/>
                <a:ea typeface="Arial"/>
                <a:cs typeface="Arial"/>
              </a:rPr>
              <a:t>100</a:t>
            </a:r>
          </a:p>
        </p:txBody>
      </p:sp>
      <p:sp>
        <p:nvSpPr>
          <p:cNvPr id="10" name="">
            <a:extLst xmlns:a="http://schemas.openxmlformats.org/drawingml/2006/main">
              <a:ext uri="{FF2B5EF4-FFF2-40B4-BE49-F238E27FC236}">
                <a16:creationId xmlns:a16="http://schemas.microsoft.com/office/drawing/2014/main" id="{A04C1721-649C-477C-95A1-8DDAEECEE8B8}"/>
              </a:ext>
            </a:extLst>
          </p:cNvPr>
          <p:cNvSpPr>
            <a:spLocks xmlns:a="http://schemas.openxmlformats.org/drawingml/2006/main" noGrp="1"/>
          </p:cNvSpPr>
          <p:nvPr/>
        </p:nvSpPr>
        <p:spPr>
          <a:xfrm xmlns:a="http://schemas.openxmlformats.org/drawingml/2006/main">
            <a:off x="8334375" y="31432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02D52"/>
                </a:solidFill>
                <a:latin typeface="Arial"/>
                <a:ea typeface="Arial"/>
                <a:cs typeface="Arial"/>
              </a:defRPr>
            </a:defPPr>
            <a:lvl1pPr>
              <a:defRPr sz="1800" b="1">
                <a:solidFill>
                  <a:srgbClr val="002D52"/>
                </a:solidFill>
                <a:latin typeface="Arial"/>
                <a:ea typeface="Arial"/>
                <a:cs typeface="Arial"/>
              </a:defRPr>
            </a:lvl1pPr>
            <a:lvl2pPr>
              <a:defRPr sz="1800" b="1">
                <a:solidFill>
                  <a:srgbClr val="002D52"/>
                </a:solidFill>
                <a:latin typeface="Arial"/>
                <a:ea typeface="Arial"/>
                <a:cs typeface="Arial"/>
              </a:defRPr>
            </a:lvl2pPr>
            <a:lvl3pPr>
              <a:defRPr sz="1800" b="1">
                <a:solidFill>
                  <a:srgbClr val="002D52"/>
                </a:solidFill>
                <a:latin typeface="Arial"/>
                <a:ea typeface="Arial"/>
                <a:cs typeface="Arial"/>
              </a:defRPr>
            </a:lvl3pPr>
            <a:lvl4pPr>
              <a:defRPr sz="1800" b="1">
                <a:solidFill>
                  <a:srgbClr val="002D52"/>
                </a:solidFill>
                <a:latin typeface="Arial"/>
                <a:ea typeface="Arial"/>
                <a:cs typeface="Arial"/>
              </a:defRPr>
            </a:lvl4pPr>
            <a:lvl5pPr>
              <a:defRPr sz="1800" b="1">
                <a:solidFill>
                  <a:srgbClr val="002D52"/>
                </a:solidFill>
                <a:latin typeface="Arial"/>
                <a:ea typeface="Arial"/>
                <a:cs typeface="Arial"/>
              </a:defRPr>
            </a:lvl5pPr>
            <a:lvl6pPr>
              <a:defRPr sz="1800" b="1">
                <a:solidFill>
                  <a:srgbClr val="002D52"/>
                </a:solidFill>
                <a:latin typeface="Arial"/>
                <a:ea typeface="Arial"/>
                <a:cs typeface="Arial"/>
              </a:defRPr>
            </a:lvl6pPr>
            <a:lvl7pPr>
              <a:defRPr sz="1800" b="1">
                <a:solidFill>
                  <a:srgbClr val="002D52"/>
                </a:solidFill>
                <a:latin typeface="Arial"/>
                <a:ea typeface="Arial"/>
                <a:cs typeface="Arial"/>
              </a:defRPr>
            </a:lvl7pPr>
            <a:lvl8pPr>
              <a:defRPr sz="1800" b="1">
                <a:solidFill>
                  <a:srgbClr val="002D52"/>
                </a:solidFill>
                <a:latin typeface="Arial"/>
                <a:ea typeface="Arial"/>
                <a:cs typeface="Arial"/>
              </a:defRPr>
            </a:lvl8pPr>
            <a:lvl9pPr>
              <a:defRPr sz="1800" b="1">
                <a:solidFill>
                  <a:srgbClr val="002D52"/>
                </a:solidFill>
                <a:latin typeface="Arial"/>
                <a:ea typeface="Arial"/>
                <a:cs typeface="Arial"/>
              </a:defRPr>
            </a:lvl9pPr>
          </a:lstStyle>
          <a:p xmlns:a="http://schemas.openxmlformats.org/drawingml/2006/main">
            <a:pPr>
              <a:defRPr sz="1800" b="1">
                <a:solidFill>
                  <a:srgbClr val="002D52"/>
                </a:solidFill>
                <a:latin typeface="Arial"/>
                <a:ea typeface="Arial"/>
                <a:cs typeface="Arial"/>
              </a:defRPr>
            </a:pPr>
            <a:r>
              <a:rPr sz="1800" b="1">
                <a:solidFill>
                  <a:srgbClr val="002D52"/>
                </a:solidFill>
                <a:latin typeface="Arial"/>
                <a:ea typeface="Arial"/>
                <a:cs typeface="Arial"/>
              </a:rPr>
              <a:t>Peak week starts May 4, 2025</a:t>
            </a:r>
          </a:p>
        </p:txBody>
      </p:sp>
      <p:sp>
        <p:nvSpPr>
          <p:cNvPr id="11" name="">
            <a:extLst xmlns:a="http://schemas.openxmlformats.org/drawingml/2006/main">
              <a:ext uri="{FF2B5EF4-FFF2-40B4-BE49-F238E27FC236}">
                <a16:creationId xmlns:a16="http://schemas.microsoft.com/office/drawing/2014/main" id="{2E7BB066-8D70-4FDB-9AE5-6D1D3619EDC0}"/>
              </a:ext>
            </a:extLst>
          </p:cNvPr>
          <p:cNvSpPr>
            <a:spLocks xmlns:a="http://schemas.openxmlformats.org/drawingml/2006/main" noGrp="1"/>
          </p:cNvSpPr>
          <p:nvPr/>
        </p:nvSpPr>
        <p:spPr>
          <a:xfrm xmlns:a="http://schemas.openxmlformats.org/drawingml/2006/main">
            <a:off x="8334375" y="4048125"/>
            <a:ext cx="285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979"/>
                </a:solidFill>
                <a:latin typeface="Arial"/>
                <a:ea typeface="Arial"/>
                <a:cs typeface="Arial"/>
              </a:defRPr>
            </a:defPPr>
            <a:lvl1pPr>
              <a:defRPr sz="1725" b="0">
                <a:solidFill>
                  <a:srgbClr val="536979"/>
                </a:solidFill>
                <a:latin typeface="Arial"/>
                <a:ea typeface="Arial"/>
                <a:cs typeface="Arial"/>
              </a:defRPr>
            </a:lvl1pPr>
            <a:lvl2pPr>
              <a:defRPr sz="1725" b="0">
                <a:solidFill>
                  <a:srgbClr val="536979"/>
                </a:solidFill>
                <a:latin typeface="Arial"/>
                <a:ea typeface="Arial"/>
                <a:cs typeface="Arial"/>
              </a:defRPr>
            </a:lvl2pPr>
            <a:lvl3pPr>
              <a:defRPr sz="1725" b="0">
                <a:solidFill>
                  <a:srgbClr val="536979"/>
                </a:solidFill>
                <a:latin typeface="Arial"/>
                <a:ea typeface="Arial"/>
                <a:cs typeface="Arial"/>
              </a:defRPr>
            </a:lvl3pPr>
            <a:lvl4pPr>
              <a:defRPr sz="1725" b="0">
                <a:solidFill>
                  <a:srgbClr val="536979"/>
                </a:solidFill>
                <a:latin typeface="Arial"/>
                <a:ea typeface="Arial"/>
                <a:cs typeface="Arial"/>
              </a:defRPr>
            </a:lvl4pPr>
            <a:lvl5pPr>
              <a:defRPr sz="1725" b="0">
                <a:solidFill>
                  <a:srgbClr val="536979"/>
                </a:solidFill>
                <a:latin typeface="Arial"/>
                <a:ea typeface="Arial"/>
                <a:cs typeface="Arial"/>
              </a:defRPr>
            </a:lvl5pPr>
            <a:lvl6pPr>
              <a:defRPr sz="1725" b="0">
                <a:solidFill>
                  <a:srgbClr val="536979"/>
                </a:solidFill>
                <a:latin typeface="Arial"/>
                <a:ea typeface="Arial"/>
                <a:cs typeface="Arial"/>
              </a:defRPr>
            </a:lvl6pPr>
            <a:lvl7pPr>
              <a:defRPr sz="1725" b="0">
                <a:solidFill>
                  <a:srgbClr val="536979"/>
                </a:solidFill>
                <a:latin typeface="Arial"/>
                <a:ea typeface="Arial"/>
                <a:cs typeface="Arial"/>
              </a:defRPr>
            </a:lvl7pPr>
            <a:lvl8pPr>
              <a:defRPr sz="1725" b="0">
                <a:solidFill>
                  <a:srgbClr val="536979"/>
                </a:solidFill>
                <a:latin typeface="Arial"/>
                <a:ea typeface="Arial"/>
                <a:cs typeface="Arial"/>
              </a:defRPr>
            </a:lvl8pPr>
            <a:lvl9pPr>
              <a:defRPr sz="1725" b="0">
                <a:solidFill>
                  <a:srgbClr val="536979"/>
                </a:solidFill>
                <a:latin typeface="Arial"/>
                <a:ea typeface="Arial"/>
                <a:cs typeface="Arial"/>
              </a:defRPr>
            </a:lvl9pPr>
          </a:lstStyle>
          <a:p xmlns:a="http://schemas.openxmlformats.org/drawingml/2006/main">
            <a:pPr>
              <a:defRPr sz="1725" b="0">
                <a:solidFill>
                  <a:srgbClr val="536979"/>
                </a:solidFill>
                <a:latin typeface="Arial"/>
                <a:ea typeface="Arial"/>
                <a:cs typeface="Arial"/>
              </a:defRPr>
            </a:pPr>
            <a:r>
              <a:rPr sz="1725" b="0">
                <a:solidFill>
                  <a:srgbClr val="536979"/>
                </a:solidFill>
                <a:latin typeface="Arial"/>
                <a:ea typeface="Arial"/>
                <a:cs typeface="Arial"/>
              </a:rPr>
              <a:t>Timing signal only</a:t>
            </a:r>
          </a:p>
          <a:p xmlns:a="http://schemas.openxmlformats.org/drawingml/2006/main">
            <a:pPr>
              <a:defRPr sz="1725" b="0">
                <a:solidFill>
                  <a:srgbClr val="536979"/>
                </a:solidFill>
                <a:latin typeface="Arial"/>
                <a:ea typeface="Arial"/>
                <a:cs typeface="Arial"/>
              </a:defRPr>
            </a:pPr>
            <a:r>
              <a:rPr sz="1725" b="0">
                <a:solidFill>
                  <a:srgbClr val="536979"/>
                </a:solidFill>
                <a:latin typeface="Arial"/>
                <a:ea typeface="Arial"/>
                <a:cs typeface="Arial"/>
              </a:rPr>
              <a:t>Query wording biases the comparison. The Floor FOX returns unrelated FOX News queries.</a:t>
            </a:r>
          </a:p>
        </p:txBody>
      </p:sp>
      <p:sp>
        <p:nvSpPr>
          <p:cNvPr id="12" name="">
            <a:extLst xmlns:a="http://schemas.openxmlformats.org/drawingml/2006/main">
              <a:ext uri="{FF2B5EF4-FFF2-40B4-BE49-F238E27FC236}">
                <a16:creationId xmlns:a16="http://schemas.microsoft.com/office/drawing/2014/main" id="{7F8B3620-C4F2-4707-BEAC-3E987D0F2C7A}"/>
              </a:ext>
            </a:extLst>
          </p:cNvPr>
          <p:cNvSpPr>
            <a:spLocks xmlns:a="http://schemas.openxmlformats.org/drawingml/2006/main" noGrp="1"/>
          </p:cNvSpPr>
          <p:nvPr/>
        </p:nvSpPr>
        <p:spPr>
          <a:xfrm xmlns:a="http://schemas.openxmlformats.org/drawingml/2006/main">
            <a:off x="6096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979"/>
                </a:solidFill>
                <a:latin typeface="Arial"/>
                <a:ea typeface="Arial"/>
                <a:cs typeface="Arial"/>
              </a:defRPr>
            </a:defPPr>
            <a:lvl1pPr>
              <a:defRPr sz="1200" b="0">
                <a:solidFill>
                  <a:srgbClr val="536979"/>
                </a:solidFill>
                <a:latin typeface="Arial"/>
                <a:ea typeface="Arial"/>
                <a:cs typeface="Arial"/>
              </a:defRPr>
            </a:lvl1pPr>
            <a:lvl2pPr>
              <a:defRPr sz="1200" b="0">
                <a:solidFill>
                  <a:srgbClr val="536979"/>
                </a:solidFill>
                <a:latin typeface="Arial"/>
                <a:ea typeface="Arial"/>
                <a:cs typeface="Arial"/>
              </a:defRPr>
            </a:lvl2pPr>
            <a:lvl3pPr>
              <a:defRPr sz="1200" b="0">
                <a:solidFill>
                  <a:srgbClr val="536979"/>
                </a:solidFill>
                <a:latin typeface="Arial"/>
                <a:ea typeface="Arial"/>
                <a:cs typeface="Arial"/>
              </a:defRPr>
            </a:lvl3pPr>
            <a:lvl4pPr>
              <a:defRPr sz="1200" b="0">
                <a:solidFill>
                  <a:srgbClr val="536979"/>
                </a:solidFill>
                <a:latin typeface="Arial"/>
                <a:ea typeface="Arial"/>
                <a:cs typeface="Arial"/>
              </a:defRPr>
            </a:lvl4pPr>
            <a:lvl5pPr>
              <a:defRPr sz="1200" b="0">
                <a:solidFill>
                  <a:srgbClr val="536979"/>
                </a:solidFill>
                <a:latin typeface="Arial"/>
                <a:ea typeface="Arial"/>
                <a:cs typeface="Arial"/>
              </a:defRPr>
            </a:lvl5pPr>
            <a:lvl6pPr>
              <a:defRPr sz="1200" b="0">
                <a:solidFill>
                  <a:srgbClr val="536979"/>
                </a:solidFill>
                <a:latin typeface="Arial"/>
                <a:ea typeface="Arial"/>
                <a:cs typeface="Arial"/>
              </a:defRPr>
            </a:lvl6pPr>
            <a:lvl7pPr>
              <a:defRPr sz="1200" b="0">
                <a:solidFill>
                  <a:srgbClr val="536979"/>
                </a:solidFill>
                <a:latin typeface="Arial"/>
                <a:ea typeface="Arial"/>
                <a:cs typeface="Arial"/>
              </a:defRPr>
            </a:lvl7pPr>
            <a:lvl8pPr>
              <a:defRPr sz="1200" b="0">
                <a:solidFill>
                  <a:srgbClr val="536979"/>
                </a:solidFill>
                <a:latin typeface="Arial"/>
                <a:ea typeface="Arial"/>
                <a:cs typeface="Arial"/>
              </a:defRPr>
            </a:lvl8pPr>
            <a:lvl9pPr>
              <a:defRPr sz="1200" b="0">
                <a:solidFill>
                  <a:srgbClr val="536979"/>
                </a:solidFill>
                <a:latin typeface="Arial"/>
                <a:ea typeface="Arial"/>
                <a:cs typeface="Arial"/>
              </a:defRPr>
            </a:lvl9pPr>
          </a:lstStyle>
          <a:p xmlns:a="http://schemas.openxmlformats.org/drawingml/2006/main">
            <a:pPr>
              <a:defRPr sz="1200" b="0">
                <a:solidFill>
                  <a:srgbClr val="536979"/>
                </a:solidFill>
                <a:latin typeface="Arial"/>
                <a:ea typeface="Arial"/>
                <a:cs typeface="Arial"/>
              </a:defRPr>
            </a:pPr>
            <a:r>
              <a:rPr sz="1200" b="0">
                <a:solidFill>
                  <a:srgbClr val="536979"/>
                </a:solidFill>
                <a:latin typeface="Arial"/>
                <a:ea typeface="Arial"/>
                <a:cs typeface="Arial"/>
              </a:rPr>
              <a:t>US Web Search, all categories, Jan 1–Dec 31, 2025. 53 displayed weekly bins include boundary weeks. Index 0–100, jointly normalized. Source: Google Trends, accessed Oct 19, 2026.</a:t>
            </a:r>
          </a:p>
        </p:txBody>
      </p:sp>
    </p:spTree>
    <p:extLst>
      <p:ext uri="{BB962C8B-B14F-4D97-AF65-F5344CB8AC3E}">
        <p14:creationId xmlns:p14="http://schemas.microsoft.com/office/powerpoint/2010/main" val="15481484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2D2D8B-4C35-4280-B4FA-7C80B3A46EC9}"/>
              </a:ext>
            </a:extLst>
          </p:cNvPr>
          <p:cNvSpPr>
            <a:spLocks xmlns:a="http://schemas.openxmlformats.org/drawingml/2006/main" noGrp="1"/>
          </p:cNvSpPr>
          <p:nvPr/>
        </p:nvSpPr>
        <p:spPr>
          <a:xfrm xmlns:a="http://schemas.openxmlformats.org/drawingml/2006/main">
            <a:off x="609600" y="400050"/>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67B9"/>
                </a:solidFill>
                <a:latin typeface="Arial"/>
                <a:ea typeface="Arial"/>
                <a:cs typeface="Arial"/>
              </a:defRPr>
            </a:defPPr>
            <a:lvl1pPr>
              <a:defRPr sz="1125" b="1">
                <a:solidFill>
                  <a:srgbClr val="0067B9"/>
                </a:solidFill>
                <a:latin typeface="Arial"/>
                <a:ea typeface="Arial"/>
                <a:cs typeface="Arial"/>
              </a:defRPr>
            </a:lvl1pPr>
            <a:lvl2pPr>
              <a:defRPr sz="1125" b="1">
                <a:solidFill>
                  <a:srgbClr val="0067B9"/>
                </a:solidFill>
                <a:latin typeface="Arial"/>
                <a:ea typeface="Arial"/>
                <a:cs typeface="Arial"/>
              </a:defRPr>
            </a:lvl2pPr>
            <a:lvl3pPr>
              <a:defRPr sz="1125" b="1">
                <a:solidFill>
                  <a:srgbClr val="0067B9"/>
                </a:solidFill>
                <a:latin typeface="Arial"/>
                <a:ea typeface="Arial"/>
                <a:cs typeface="Arial"/>
              </a:defRPr>
            </a:lvl3pPr>
            <a:lvl4pPr>
              <a:defRPr sz="1125" b="1">
                <a:solidFill>
                  <a:srgbClr val="0067B9"/>
                </a:solidFill>
                <a:latin typeface="Arial"/>
                <a:ea typeface="Arial"/>
                <a:cs typeface="Arial"/>
              </a:defRPr>
            </a:lvl4pPr>
            <a:lvl5pPr>
              <a:defRPr sz="1125" b="1">
                <a:solidFill>
                  <a:srgbClr val="0067B9"/>
                </a:solidFill>
                <a:latin typeface="Arial"/>
                <a:ea typeface="Arial"/>
                <a:cs typeface="Arial"/>
              </a:defRPr>
            </a:lvl5pPr>
            <a:lvl6pPr>
              <a:defRPr sz="1125" b="1">
                <a:solidFill>
                  <a:srgbClr val="0067B9"/>
                </a:solidFill>
                <a:latin typeface="Arial"/>
                <a:ea typeface="Arial"/>
                <a:cs typeface="Arial"/>
              </a:defRPr>
            </a:lvl6pPr>
            <a:lvl7pPr>
              <a:defRPr sz="1125" b="1">
                <a:solidFill>
                  <a:srgbClr val="0067B9"/>
                </a:solidFill>
                <a:latin typeface="Arial"/>
                <a:ea typeface="Arial"/>
                <a:cs typeface="Arial"/>
              </a:defRPr>
            </a:lvl7pPr>
            <a:lvl8pPr>
              <a:defRPr sz="1125" b="1">
                <a:solidFill>
                  <a:srgbClr val="0067B9"/>
                </a:solidFill>
                <a:latin typeface="Arial"/>
                <a:ea typeface="Arial"/>
                <a:cs typeface="Arial"/>
              </a:defRPr>
            </a:lvl8pPr>
            <a:lvl9pPr>
              <a:defRPr sz="1125" b="1">
                <a:solidFill>
                  <a:srgbClr val="0067B9"/>
                </a:solidFill>
                <a:latin typeface="Arial"/>
                <a:ea typeface="Arial"/>
                <a:cs typeface="Arial"/>
              </a:defRPr>
            </a:lvl9pPr>
          </a:lstStyle>
          <a:p xmlns:a="http://schemas.openxmlformats.org/drawingml/2006/main">
            <a:pPr>
              <a:defRPr sz="1125" b="1">
                <a:solidFill>
                  <a:srgbClr val="0067B9"/>
                </a:solidFill>
                <a:latin typeface="Arial"/>
                <a:ea typeface="Arial"/>
                <a:cs typeface="Arial"/>
              </a:defRPr>
            </a:pPr>
            <a:r>
              <a:rPr sz="1125" b="1">
                <a:solidFill>
                  <a:srgbClr val="0067B9"/>
                </a:solidFill>
                <a:latin typeface="Arial"/>
                <a:ea typeface="Arial"/>
                <a:cs typeface="Arial"/>
              </a:rPr>
              <a:t>OBSERVED / YOUTUBE AUDIT</a:t>
            </a:r>
          </a:p>
        </p:txBody>
      </p:sp>
      <p:sp>
        <p:nvSpPr>
          <p:cNvPr id="2" name="">
            <a:extLst xmlns:a="http://schemas.openxmlformats.org/drawingml/2006/main">
              <a:ext uri="{FF2B5EF4-FFF2-40B4-BE49-F238E27FC236}">
                <a16:creationId xmlns:a16="http://schemas.microsoft.com/office/drawing/2014/main" id="{90880690-C6A1-4305-A657-8ECA52C848BC}"/>
              </a:ext>
            </a:extLst>
          </p:cNvPr>
          <p:cNvSpPr>
            <a:spLocks xmlns:a="http://schemas.openxmlformats.org/drawingml/2006/main" noGrp="1"/>
          </p:cNvSpPr>
          <p:nvPr/>
        </p:nvSpPr>
        <p:spPr>
          <a:xfrm xmlns:a="http://schemas.openxmlformats.org/drawingml/2006/main">
            <a:off x="609600" y="100012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2D52"/>
                </a:solidFill>
                <a:latin typeface="Arial"/>
                <a:ea typeface="Arial"/>
                <a:cs typeface="Arial"/>
              </a:defRPr>
            </a:defPPr>
            <a:lvl1pPr>
              <a:defRPr sz="3225" b="1">
                <a:solidFill>
                  <a:srgbClr val="002D52"/>
                </a:solidFill>
                <a:latin typeface="Arial"/>
                <a:ea typeface="Arial"/>
                <a:cs typeface="Arial"/>
              </a:defRPr>
            </a:lvl1pPr>
            <a:lvl2pPr>
              <a:defRPr sz="3225" b="1">
                <a:solidFill>
                  <a:srgbClr val="002D52"/>
                </a:solidFill>
                <a:latin typeface="Arial"/>
                <a:ea typeface="Arial"/>
                <a:cs typeface="Arial"/>
              </a:defRPr>
            </a:lvl2pPr>
            <a:lvl3pPr>
              <a:defRPr sz="3225" b="1">
                <a:solidFill>
                  <a:srgbClr val="002D52"/>
                </a:solidFill>
                <a:latin typeface="Arial"/>
                <a:ea typeface="Arial"/>
                <a:cs typeface="Arial"/>
              </a:defRPr>
            </a:lvl3pPr>
            <a:lvl4pPr>
              <a:defRPr sz="3225" b="1">
                <a:solidFill>
                  <a:srgbClr val="002D52"/>
                </a:solidFill>
                <a:latin typeface="Arial"/>
                <a:ea typeface="Arial"/>
                <a:cs typeface="Arial"/>
              </a:defRPr>
            </a:lvl4pPr>
            <a:lvl5pPr>
              <a:defRPr sz="3225" b="1">
                <a:solidFill>
                  <a:srgbClr val="002D52"/>
                </a:solidFill>
                <a:latin typeface="Arial"/>
                <a:ea typeface="Arial"/>
                <a:cs typeface="Arial"/>
              </a:defRPr>
            </a:lvl5pPr>
            <a:lvl6pPr>
              <a:defRPr sz="3225" b="1">
                <a:solidFill>
                  <a:srgbClr val="002D52"/>
                </a:solidFill>
                <a:latin typeface="Arial"/>
                <a:ea typeface="Arial"/>
                <a:cs typeface="Arial"/>
              </a:defRPr>
            </a:lvl6pPr>
            <a:lvl7pPr>
              <a:defRPr sz="3225" b="1">
                <a:solidFill>
                  <a:srgbClr val="002D52"/>
                </a:solidFill>
                <a:latin typeface="Arial"/>
                <a:ea typeface="Arial"/>
                <a:cs typeface="Arial"/>
              </a:defRPr>
            </a:lvl7pPr>
            <a:lvl8pPr>
              <a:defRPr sz="3225" b="1">
                <a:solidFill>
                  <a:srgbClr val="002D52"/>
                </a:solidFill>
                <a:latin typeface="Arial"/>
                <a:ea typeface="Arial"/>
                <a:cs typeface="Arial"/>
              </a:defRPr>
            </a:lvl8pPr>
            <a:lvl9pPr>
              <a:defRPr sz="3225" b="1">
                <a:solidFill>
                  <a:srgbClr val="002D52"/>
                </a:solidFill>
                <a:latin typeface="Arial"/>
                <a:ea typeface="Arial"/>
                <a:cs typeface="Arial"/>
              </a:defRPr>
            </a:lvl9pPr>
          </a:lstStyle>
          <a:p xmlns:a="http://schemas.openxmlformats.org/drawingml/2006/main">
            <a:pPr>
              <a:defRPr sz="3225" b="1">
                <a:solidFill>
                  <a:srgbClr val="002D52"/>
                </a:solidFill>
                <a:latin typeface="Arial"/>
                <a:ea typeface="Arial"/>
                <a:cs typeface="Arial"/>
              </a:defRPr>
            </a:pPr>
            <a:r>
              <a:rPr sz="3225" b="1">
                <a:solidFill>
                  <a:srgbClr val="002D52"/>
                </a:solidFill>
                <a:latin typeface="Arial"/>
                <a:ea typeface="Arial"/>
                <a:cs typeface="Arial"/>
              </a:rPr>
              <a:t>Public view totals vary widely across a small sample</a:t>
            </a:r>
          </a:p>
        </p:txBody>
      </p:sp>
      <p:sp>
        <p:nvSpPr>
          <p:cNvPr id="3" name="">
            <a:extLst xmlns:a="http://schemas.openxmlformats.org/drawingml/2006/main">
              <a:ext uri="{FF2B5EF4-FFF2-40B4-BE49-F238E27FC236}">
                <a16:creationId xmlns:a16="http://schemas.microsoft.com/office/drawing/2014/main" id="{35978379-88AC-4CD1-9C0E-B20E6D52F12E}"/>
              </a:ext>
            </a:extLst>
          </p:cNvPr>
          <p:cNvSpPr>
            <a:spLocks xmlns:a="http://schemas.openxmlformats.org/drawingml/2006/main" noGrp="1"/>
          </p:cNvSpPr>
          <p:nvPr/>
        </p:nvSpPr>
        <p:spPr>
          <a:xfrm xmlns:a="http://schemas.openxmlformats.org/drawingml/2006/main">
            <a:off x="609600" y="6448425"/>
            <a:ext cx="9715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36979"/>
                </a:solidFill>
                <a:latin typeface="Arial"/>
                <a:ea typeface="Arial"/>
                <a:cs typeface="Arial"/>
              </a:defRPr>
            </a:defPPr>
            <a:lvl1pPr>
              <a:defRPr sz="900" b="0">
                <a:solidFill>
                  <a:srgbClr val="536979"/>
                </a:solidFill>
                <a:latin typeface="Arial"/>
                <a:ea typeface="Arial"/>
                <a:cs typeface="Arial"/>
              </a:defRPr>
            </a:lvl1pPr>
            <a:lvl2pPr>
              <a:defRPr sz="900" b="0">
                <a:solidFill>
                  <a:srgbClr val="536979"/>
                </a:solidFill>
                <a:latin typeface="Arial"/>
                <a:ea typeface="Arial"/>
                <a:cs typeface="Arial"/>
              </a:defRPr>
            </a:lvl2pPr>
            <a:lvl3pPr>
              <a:defRPr sz="900" b="0">
                <a:solidFill>
                  <a:srgbClr val="536979"/>
                </a:solidFill>
                <a:latin typeface="Arial"/>
                <a:ea typeface="Arial"/>
                <a:cs typeface="Arial"/>
              </a:defRPr>
            </a:lvl3pPr>
            <a:lvl4pPr>
              <a:defRPr sz="900" b="0">
                <a:solidFill>
                  <a:srgbClr val="536979"/>
                </a:solidFill>
                <a:latin typeface="Arial"/>
                <a:ea typeface="Arial"/>
                <a:cs typeface="Arial"/>
              </a:defRPr>
            </a:lvl4pPr>
            <a:lvl5pPr>
              <a:defRPr sz="900" b="0">
                <a:solidFill>
                  <a:srgbClr val="536979"/>
                </a:solidFill>
                <a:latin typeface="Arial"/>
                <a:ea typeface="Arial"/>
                <a:cs typeface="Arial"/>
              </a:defRPr>
            </a:lvl5pPr>
            <a:lvl6pPr>
              <a:defRPr sz="900" b="0">
                <a:solidFill>
                  <a:srgbClr val="536979"/>
                </a:solidFill>
                <a:latin typeface="Arial"/>
                <a:ea typeface="Arial"/>
                <a:cs typeface="Arial"/>
              </a:defRPr>
            </a:lvl6pPr>
            <a:lvl7pPr>
              <a:defRPr sz="900" b="0">
                <a:solidFill>
                  <a:srgbClr val="536979"/>
                </a:solidFill>
                <a:latin typeface="Arial"/>
                <a:ea typeface="Arial"/>
                <a:cs typeface="Arial"/>
              </a:defRPr>
            </a:lvl7pPr>
            <a:lvl8pPr>
              <a:defRPr sz="900" b="0">
                <a:solidFill>
                  <a:srgbClr val="536979"/>
                </a:solidFill>
                <a:latin typeface="Arial"/>
                <a:ea typeface="Arial"/>
                <a:cs typeface="Arial"/>
              </a:defRPr>
            </a:lvl8pPr>
            <a:lvl9pPr>
              <a:defRPr sz="900" b="0">
                <a:solidFill>
                  <a:srgbClr val="536979"/>
                </a:solidFill>
                <a:latin typeface="Arial"/>
                <a:ea typeface="Arial"/>
                <a:cs typeface="Arial"/>
              </a:defRPr>
            </a:lvl9pPr>
          </a:lstStyle>
          <a:p xmlns:a="http://schemas.openxmlformats.org/drawingml/2006/main">
            <a:pPr>
              <a:defRPr sz="900" b="0">
                <a:solidFill>
                  <a:srgbClr val="536979"/>
                </a:solidFill>
                <a:latin typeface="Arial"/>
                <a:ea typeface="Arial"/>
                <a:cs typeface="Arial"/>
              </a:defRPr>
            </a:pPr>
            <a:r>
              <a:rPr sz="900" b="0">
                <a:solidFill>
                  <a:srgbClr val="536979"/>
                </a:solidFill>
                <a:latin typeface="Arial"/>
                <a:ea typeface="Arial"/>
                <a:cs typeface="Arial"/>
              </a:rPr>
              <a:t>BEYOND THE SCREEN / INDEPENDENT PROJECT</a:t>
            </a:r>
          </a:p>
        </p:txBody>
      </p:sp>
      <p:sp>
        <p:nvSpPr>
          <p:cNvPr id="4" name="">
            <a:extLst xmlns:a="http://schemas.openxmlformats.org/drawingml/2006/main">
              <a:ext uri="{FF2B5EF4-FFF2-40B4-BE49-F238E27FC236}">
                <a16:creationId xmlns:a16="http://schemas.microsoft.com/office/drawing/2014/main" id="{0F742B14-A861-4A38-B650-A51E23C74225}"/>
              </a:ext>
            </a:extLst>
          </p:cNvPr>
          <p:cNvSpPr>
            <a:spLocks xmlns:a="http://schemas.openxmlformats.org/drawingml/2006/main" noGrp="1"/>
          </p:cNvSpPr>
          <p:nvPr/>
        </p:nvSpPr>
        <p:spPr>
          <a:xfrm xmlns:a="http://schemas.openxmlformats.org/drawingml/2006/main">
            <a:off x="11049000" y="64103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067B9"/>
                </a:solidFill>
                <a:latin typeface="Arial"/>
                <a:ea typeface="Arial"/>
                <a:cs typeface="Arial"/>
              </a:defRPr>
            </a:defPPr>
            <a:lvl1pPr>
              <a:defRPr sz="1425" b="1">
                <a:solidFill>
                  <a:srgbClr val="0067B9"/>
                </a:solidFill>
                <a:latin typeface="Arial"/>
                <a:ea typeface="Arial"/>
                <a:cs typeface="Arial"/>
              </a:defRPr>
            </a:lvl1pPr>
            <a:lvl2pPr>
              <a:defRPr sz="1425" b="1">
                <a:solidFill>
                  <a:srgbClr val="0067B9"/>
                </a:solidFill>
                <a:latin typeface="Arial"/>
                <a:ea typeface="Arial"/>
                <a:cs typeface="Arial"/>
              </a:defRPr>
            </a:lvl2pPr>
            <a:lvl3pPr>
              <a:defRPr sz="1425" b="1">
                <a:solidFill>
                  <a:srgbClr val="0067B9"/>
                </a:solidFill>
                <a:latin typeface="Arial"/>
                <a:ea typeface="Arial"/>
                <a:cs typeface="Arial"/>
              </a:defRPr>
            </a:lvl3pPr>
            <a:lvl4pPr>
              <a:defRPr sz="1425" b="1">
                <a:solidFill>
                  <a:srgbClr val="0067B9"/>
                </a:solidFill>
                <a:latin typeface="Arial"/>
                <a:ea typeface="Arial"/>
                <a:cs typeface="Arial"/>
              </a:defRPr>
            </a:lvl4pPr>
            <a:lvl5pPr>
              <a:defRPr sz="1425" b="1">
                <a:solidFill>
                  <a:srgbClr val="0067B9"/>
                </a:solidFill>
                <a:latin typeface="Arial"/>
                <a:ea typeface="Arial"/>
                <a:cs typeface="Arial"/>
              </a:defRPr>
            </a:lvl5pPr>
            <a:lvl6pPr>
              <a:defRPr sz="1425" b="1">
                <a:solidFill>
                  <a:srgbClr val="0067B9"/>
                </a:solidFill>
                <a:latin typeface="Arial"/>
                <a:ea typeface="Arial"/>
                <a:cs typeface="Arial"/>
              </a:defRPr>
            </a:lvl6pPr>
            <a:lvl7pPr>
              <a:defRPr sz="1425" b="1">
                <a:solidFill>
                  <a:srgbClr val="0067B9"/>
                </a:solidFill>
                <a:latin typeface="Arial"/>
                <a:ea typeface="Arial"/>
                <a:cs typeface="Arial"/>
              </a:defRPr>
            </a:lvl7pPr>
            <a:lvl8pPr>
              <a:defRPr sz="1425" b="1">
                <a:solidFill>
                  <a:srgbClr val="0067B9"/>
                </a:solidFill>
                <a:latin typeface="Arial"/>
                <a:ea typeface="Arial"/>
                <a:cs typeface="Arial"/>
              </a:defRPr>
            </a:lvl8pPr>
            <a:lvl9pPr>
              <a:defRPr sz="1425" b="1">
                <a:solidFill>
                  <a:srgbClr val="0067B9"/>
                </a:solidFill>
                <a:latin typeface="Arial"/>
                <a:ea typeface="Arial"/>
                <a:cs typeface="Arial"/>
              </a:defRPr>
            </a:lvl9pPr>
          </a:lstStyle>
          <a:p xmlns:a="http://schemas.openxmlformats.org/drawingml/2006/main">
            <a:pPr>
              <a:defRPr sz="1425" b="1">
                <a:solidFill>
                  <a:srgbClr val="0067B9"/>
                </a:solidFill>
                <a:latin typeface="Arial"/>
                <a:ea typeface="Arial"/>
                <a:cs typeface="Arial"/>
              </a:defRPr>
            </a:pPr>
            <a:r>
              <a:rPr sz="1425" b="1">
                <a:solidFill>
                  <a:srgbClr val="0067B9"/>
                </a:solidFill>
                <a:latin typeface="Arial"/>
                <a:ea typeface="Arial"/>
                <a:cs typeface="Arial"/>
              </a:rPr>
              <a:t>04</a:t>
            </a:r>
          </a:p>
        </p:txBody>
      </p:sp>
      <p:graphicFrame>
        <p:nvGraphicFramePr>
          <p:cNvPr id="5" name="Chart">
            <a:extLst xmlns:a="http://schemas.openxmlformats.org/drawingml/2006/main">
              <a:ext uri="{FF2B5EF4-FFF2-40B4-BE49-F238E27FC236}">
                <a16:creationId xmlns:a16="http://schemas.microsoft.com/office/drawing/2014/main" id="{1AD37CB9-8939-42EA-B159-1A97892719F4}"/>
              </a:ext>
            </a:extLst>
          </p:cNvPr>
          <p:cNvGraphicFramePr/>
          <p:nvPr/>
        </p:nvGraphicFramePr>
        <p:xfrm>
          <a:off xmlns:a="http://schemas.openxmlformats.org/drawingml/2006/main" x="609600" y="2190750"/>
          <a:ext xmlns:a="http://schemas.openxmlformats.org/drawingml/2006/main" cx="7239000" cy="3429000"/>
        </p:xfrm>
        <a:graphic xmlns:a="http://schemas.openxmlformats.org/drawingml/2006/main">
          <a:graphicData uri="http://schemas.openxmlformats.org/drawingml/2006/chart">
            <c:chart xmlns:r="http://schemas.openxmlformats.org/officeDocument/2006/relationships" xmlns:c="http://schemas.openxmlformats.org/drawingml/2006/chart" r:id="R251344504b274661"/>
          </a:graphicData>
        </a:graphic>
      </p:graphicFrame>
      <p:sp>
        <p:nvSpPr>
          <p:cNvPr id="6" name="">
            <a:extLst xmlns:a="http://schemas.openxmlformats.org/drawingml/2006/main">
              <a:ext uri="{FF2B5EF4-FFF2-40B4-BE49-F238E27FC236}">
                <a16:creationId xmlns:a16="http://schemas.microsoft.com/office/drawing/2014/main" id="{EBEC8DEE-7CAE-4776-B020-BDA6752E41E9}"/>
              </a:ext>
            </a:extLst>
          </p:cNvPr>
          <p:cNvSpPr>
            <a:spLocks xmlns:a="http://schemas.openxmlformats.org/drawingml/2006/main" noGrp="1"/>
          </p:cNvSpPr>
          <p:nvPr/>
        </p:nvSpPr>
        <p:spPr>
          <a:xfrm xmlns:a="http://schemas.openxmlformats.org/drawingml/2006/main">
            <a:off x="8334375" y="238125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7B9"/>
                </a:solidFill>
                <a:latin typeface="Arial"/>
                <a:ea typeface="Arial"/>
                <a:cs typeface="Arial"/>
              </a:defRPr>
            </a:defPPr>
            <a:lvl1pPr>
              <a:defRPr sz="2250" b="1">
                <a:solidFill>
                  <a:srgbClr val="0067B9"/>
                </a:solidFill>
                <a:latin typeface="Arial"/>
                <a:ea typeface="Arial"/>
                <a:cs typeface="Arial"/>
              </a:defRPr>
            </a:lvl1pPr>
            <a:lvl2pPr>
              <a:defRPr sz="2250" b="1">
                <a:solidFill>
                  <a:srgbClr val="0067B9"/>
                </a:solidFill>
                <a:latin typeface="Arial"/>
                <a:ea typeface="Arial"/>
                <a:cs typeface="Arial"/>
              </a:defRPr>
            </a:lvl2pPr>
            <a:lvl3pPr>
              <a:defRPr sz="2250" b="1">
                <a:solidFill>
                  <a:srgbClr val="0067B9"/>
                </a:solidFill>
                <a:latin typeface="Arial"/>
                <a:ea typeface="Arial"/>
                <a:cs typeface="Arial"/>
              </a:defRPr>
            </a:lvl3pPr>
            <a:lvl4pPr>
              <a:defRPr sz="2250" b="1">
                <a:solidFill>
                  <a:srgbClr val="0067B9"/>
                </a:solidFill>
                <a:latin typeface="Arial"/>
                <a:ea typeface="Arial"/>
                <a:cs typeface="Arial"/>
              </a:defRPr>
            </a:lvl4pPr>
            <a:lvl5pPr>
              <a:defRPr sz="2250" b="1">
                <a:solidFill>
                  <a:srgbClr val="0067B9"/>
                </a:solidFill>
                <a:latin typeface="Arial"/>
                <a:ea typeface="Arial"/>
                <a:cs typeface="Arial"/>
              </a:defRPr>
            </a:lvl5pPr>
            <a:lvl6pPr>
              <a:defRPr sz="2250" b="1">
                <a:solidFill>
                  <a:srgbClr val="0067B9"/>
                </a:solidFill>
                <a:latin typeface="Arial"/>
                <a:ea typeface="Arial"/>
                <a:cs typeface="Arial"/>
              </a:defRPr>
            </a:lvl6pPr>
            <a:lvl7pPr>
              <a:defRPr sz="2250" b="1">
                <a:solidFill>
                  <a:srgbClr val="0067B9"/>
                </a:solidFill>
                <a:latin typeface="Arial"/>
                <a:ea typeface="Arial"/>
                <a:cs typeface="Arial"/>
              </a:defRPr>
            </a:lvl7pPr>
            <a:lvl8pPr>
              <a:defRPr sz="2250" b="1">
                <a:solidFill>
                  <a:srgbClr val="0067B9"/>
                </a:solidFill>
                <a:latin typeface="Arial"/>
                <a:ea typeface="Arial"/>
                <a:cs typeface="Arial"/>
              </a:defRPr>
            </a:lvl8pPr>
            <a:lvl9pPr>
              <a:defRPr sz="2250" b="1">
                <a:solidFill>
                  <a:srgbClr val="0067B9"/>
                </a:solidFill>
                <a:latin typeface="Arial"/>
                <a:ea typeface="Arial"/>
                <a:cs typeface="Arial"/>
              </a:defRPr>
            </a:lvl9pPr>
          </a:lstStyle>
          <a:p xmlns:a="http://schemas.openxmlformats.org/drawingml/2006/main">
            <a:pPr>
              <a:defRPr sz="2250" b="1">
                <a:solidFill>
                  <a:srgbClr val="0067B9"/>
                </a:solidFill>
                <a:latin typeface="Arial"/>
                <a:ea typeface="Arial"/>
                <a:cs typeface="Arial"/>
              </a:defRPr>
            </a:pPr>
            <a:r>
              <a:rPr sz="2250" b="1">
                <a:solidFill>
                  <a:srgbClr val="0067B9"/>
                </a:solidFill>
                <a:latin typeface="Arial"/>
                <a:ea typeface="Arial"/>
                <a:cs typeface="Arial"/>
              </a:rPr>
              <a:t>5 public videos</a:t>
            </a:r>
          </a:p>
        </p:txBody>
      </p:sp>
      <p:sp>
        <p:nvSpPr>
          <p:cNvPr id="7" name="">
            <a:extLst xmlns:a="http://schemas.openxmlformats.org/drawingml/2006/main">
              <a:ext uri="{FF2B5EF4-FFF2-40B4-BE49-F238E27FC236}">
                <a16:creationId xmlns:a16="http://schemas.microsoft.com/office/drawing/2014/main" id="{E678BA4F-68C2-40F0-9BCA-91046FEC664A}"/>
              </a:ext>
            </a:extLst>
          </p:cNvPr>
          <p:cNvSpPr>
            <a:spLocks xmlns:a="http://schemas.openxmlformats.org/drawingml/2006/main" noGrp="1"/>
          </p:cNvSpPr>
          <p:nvPr/>
        </p:nvSpPr>
        <p:spPr>
          <a:xfrm xmlns:a="http://schemas.openxmlformats.org/drawingml/2006/main">
            <a:off x="8334375" y="30289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2D52"/>
                </a:solidFill>
                <a:latin typeface="Arial"/>
                <a:ea typeface="Arial"/>
                <a:cs typeface="Arial"/>
              </a:defRPr>
            </a:defPPr>
            <a:lvl1pPr>
              <a:defRPr sz="1725" b="0">
                <a:solidFill>
                  <a:srgbClr val="002D52"/>
                </a:solidFill>
                <a:latin typeface="Arial"/>
                <a:ea typeface="Arial"/>
                <a:cs typeface="Arial"/>
              </a:defRPr>
            </a:lvl1pPr>
            <a:lvl2pPr>
              <a:defRPr sz="1725" b="0">
                <a:solidFill>
                  <a:srgbClr val="002D52"/>
                </a:solidFill>
                <a:latin typeface="Arial"/>
                <a:ea typeface="Arial"/>
                <a:cs typeface="Arial"/>
              </a:defRPr>
            </a:lvl2pPr>
            <a:lvl3pPr>
              <a:defRPr sz="1725" b="0">
                <a:solidFill>
                  <a:srgbClr val="002D52"/>
                </a:solidFill>
                <a:latin typeface="Arial"/>
                <a:ea typeface="Arial"/>
                <a:cs typeface="Arial"/>
              </a:defRPr>
            </a:lvl3pPr>
            <a:lvl4pPr>
              <a:defRPr sz="1725" b="0">
                <a:solidFill>
                  <a:srgbClr val="002D52"/>
                </a:solidFill>
                <a:latin typeface="Arial"/>
                <a:ea typeface="Arial"/>
                <a:cs typeface="Arial"/>
              </a:defRPr>
            </a:lvl4pPr>
            <a:lvl5pPr>
              <a:defRPr sz="1725" b="0">
                <a:solidFill>
                  <a:srgbClr val="002D52"/>
                </a:solidFill>
                <a:latin typeface="Arial"/>
                <a:ea typeface="Arial"/>
                <a:cs typeface="Arial"/>
              </a:defRPr>
            </a:lvl5pPr>
            <a:lvl6pPr>
              <a:defRPr sz="1725" b="0">
                <a:solidFill>
                  <a:srgbClr val="002D52"/>
                </a:solidFill>
                <a:latin typeface="Arial"/>
                <a:ea typeface="Arial"/>
                <a:cs typeface="Arial"/>
              </a:defRPr>
            </a:lvl6pPr>
            <a:lvl7pPr>
              <a:defRPr sz="1725" b="0">
                <a:solidFill>
                  <a:srgbClr val="002D52"/>
                </a:solidFill>
                <a:latin typeface="Arial"/>
                <a:ea typeface="Arial"/>
                <a:cs typeface="Arial"/>
              </a:defRPr>
            </a:lvl7pPr>
            <a:lvl8pPr>
              <a:defRPr sz="1725" b="0">
                <a:solidFill>
                  <a:srgbClr val="002D52"/>
                </a:solidFill>
                <a:latin typeface="Arial"/>
                <a:ea typeface="Arial"/>
                <a:cs typeface="Arial"/>
              </a:defRPr>
            </a:lvl8pPr>
            <a:lvl9pPr>
              <a:defRPr sz="1725" b="0">
                <a:solidFill>
                  <a:srgbClr val="002D52"/>
                </a:solidFill>
                <a:latin typeface="Arial"/>
                <a:ea typeface="Arial"/>
                <a:cs typeface="Arial"/>
              </a:defRPr>
            </a:lvl9pPr>
          </a:lstStyle>
          <a:p xmlns:a="http://schemas.openxmlformats.org/drawingml/2006/main">
            <a:pPr>
              <a:defRPr sz="1725" b="0">
                <a:solidFill>
                  <a:srgbClr val="002D52"/>
                </a:solidFill>
                <a:latin typeface="Arial"/>
                <a:ea typeface="Arial"/>
                <a:cs typeface="Arial"/>
              </a:defRPr>
            </a:pPr>
            <a:r>
              <a:rPr sz="1725" b="0">
                <a:solidFill>
                  <a:srgbClr val="002D52"/>
                </a:solidFill>
                <a:latin typeface="Arial"/>
                <a:ea typeface="Arial"/>
                <a:cs typeface="Arial"/>
              </a:rPr>
              <a:t>Published Sep 2024–Jul 2026</a:t>
            </a:r>
          </a:p>
          <a:p xmlns:a="http://schemas.openxmlformats.org/drawingml/2006/main">
            <a:pPr>
              <a:defRPr sz="1725" b="0">
                <a:solidFill>
                  <a:srgbClr val="002D52"/>
                </a:solidFill>
                <a:latin typeface="Arial"/>
                <a:ea typeface="Arial"/>
                <a:cs typeface="Arial"/>
              </a:defRPr>
            </a:pPr>
            <a:r>
              <a:rPr sz="1725" b="0">
                <a:solidFill>
                  <a:srgbClr val="002D52"/>
                </a:solidFill>
                <a:latin typeface="Arial"/>
                <a:ea typeface="Arial"/>
                <a:cs typeface="Arial"/>
              </a:rPr>
              <a:t>Different channels and exposure periods</a:t>
            </a:r>
          </a:p>
        </p:txBody>
      </p:sp>
      <p:sp>
        <p:nvSpPr>
          <p:cNvPr id="8" name="">
            <a:extLst xmlns:a="http://schemas.openxmlformats.org/drawingml/2006/main">
              <a:ext uri="{FF2B5EF4-FFF2-40B4-BE49-F238E27FC236}">
                <a16:creationId xmlns:a16="http://schemas.microsoft.com/office/drawing/2014/main" id="{A8B66781-FB65-49C7-8566-50CE54350DE1}"/>
              </a:ext>
            </a:extLst>
          </p:cNvPr>
          <p:cNvSpPr>
            <a:spLocks xmlns:a="http://schemas.openxmlformats.org/drawingml/2006/main" noGrp="1"/>
          </p:cNvSpPr>
          <p:nvPr/>
        </p:nvSpPr>
        <p:spPr>
          <a:xfrm xmlns:a="http://schemas.openxmlformats.org/drawingml/2006/main">
            <a:off x="8334375" y="4333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2D52"/>
                </a:solidFill>
                <a:latin typeface="Arial"/>
                <a:ea typeface="Arial"/>
                <a:cs typeface="Arial"/>
              </a:defRPr>
            </a:defPPr>
            <a:lvl1pPr>
              <a:defRPr sz="2175" b="1">
                <a:solidFill>
                  <a:srgbClr val="002D52"/>
                </a:solidFill>
                <a:latin typeface="Arial"/>
                <a:ea typeface="Arial"/>
                <a:cs typeface="Arial"/>
              </a:defRPr>
            </a:lvl1pPr>
            <a:lvl2pPr>
              <a:defRPr sz="2175" b="1">
                <a:solidFill>
                  <a:srgbClr val="002D52"/>
                </a:solidFill>
                <a:latin typeface="Arial"/>
                <a:ea typeface="Arial"/>
                <a:cs typeface="Arial"/>
              </a:defRPr>
            </a:lvl2pPr>
            <a:lvl3pPr>
              <a:defRPr sz="2175" b="1">
                <a:solidFill>
                  <a:srgbClr val="002D52"/>
                </a:solidFill>
                <a:latin typeface="Arial"/>
                <a:ea typeface="Arial"/>
                <a:cs typeface="Arial"/>
              </a:defRPr>
            </a:lvl3pPr>
            <a:lvl4pPr>
              <a:defRPr sz="2175" b="1">
                <a:solidFill>
                  <a:srgbClr val="002D52"/>
                </a:solidFill>
                <a:latin typeface="Arial"/>
                <a:ea typeface="Arial"/>
                <a:cs typeface="Arial"/>
              </a:defRPr>
            </a:lvl4pPr>
            <a:lvl5pPr>
              <a:defRPr sz="2175" b="1">
                <a:solidFill>
                  <a:srgbClr val="002D52"/>
                </a:solidFill>
                <a:latin typeface="Arial"/>
                <a:ea typeface="Arial"/>
                <a:cs typeface="Arial"/>
              </a:defRPr>
            </a:lvl5pPr>
            <a:lvl6pPr>
              <a:defRPr sz="2175" b="1">
                <a:solidFill>
                  <a:srgbClr val="002D52"/>
                </a:solidFill>
                <a:latin typeface="Arial"/>
                <a:ea typeface="Arial"/>
                <a:cs typeface="Arial"/>
              </a:defRPr>
            </a:lvl6pPr>
            <a:lvl7pPr>
              <a:defRPr sz="2175" b="1">
                <a:solidFill>
                  <a:srgbClr val="002D52"/>
                </a:solidFill>
                <a:latin typeface="Arial"/>
                <a:ea typeface="Arial"/>
                <a:cs typeface="Arial"/>
              </a:defRPr>
            </a:lvl7pPr>
            <a:lvl8pPr>
              <a:defRPr sz="2175" b="1">
                <a:solidFill>
                  <a:srgbClr val="002D52"/>
                </a:solidFill>
                <a:latin typeface="Arial"/>
                <a:ea typeface="Arial"/>
                <a:cs typeface="Arial"/>
              </a:defRPr>
            </a:lvl8pPr>
            <a:lvl9pPr>
              <a:defRPr sz="2175" b="1">
                <a:solidFill>
                  <a:srgbClr val="002D52"/>
                </a:solidFill>
                <a:latin typeface="Arial"/>
                <a:ea typeface="Arial"/>
                <a:cs typeface="Arial"/>
              </a:defRPr>
            </a:lvl9pPr>
          </a:lstStyle>
          <a:p xmlns:a="http://schemas.openxmlformats.org/drawingml/2006/main">
            <a:pPr>
              <a:defRPr sz="2175" b="1">
                <a:solidFill>
                  <a:srgbClr val="002D52"/>
                </a:solidFill>
                <a:latin typeface="Arial"/>
                <a:ea typeface="Arial"/>
                <a:cs typeface="Arial"/>
              </a:defRPr>
            </a:pPr>
            <a:r>
              <a:rPr sz="2175" b="1">
                <a:solidFill>
                  <a:srgbClr val="002D52"/>
                </a:solidFill>
                <a:latin typeface="Arial"/>
                <a:ea typeface="Arial"/>
                <a:cs typeface="Arial"/>
              </a:rPr>
              <a:t>No format winner</a:t>
            </a:r>
          </a:p>
        </p:txBody>
      </p:sp>
      <p:sp>
        <p:nvSpPr>
          <p:cNvPr id="9" name="">
            <a:extLst xmlns:a="http://schemas.openxmlformats.org/drawingml/2006/main">
              <a:ext uri="{FF2B5EF4-FFF2-40B4-BE49-F238E27FC236}">
                <a16:creationId xmlns:a16="http://schemas.microsoft.com/office/drawing/2014/main" id="{83A859F0-8C52-414E-81AA-6C26EF926321}"/>
              </a:ext>
            </a:extLst>
          </p:cNvPr>
          <p:cNvSpPr>
            <a:spLocks xmlns:a="http://schemas.openxmlformats.org/drawingml/2006/main" noGrp="1"/>
          </p:cNvSpPr>
          <p:nvPr/>
        </p:nvSpPr>
        <p:spPr>
          <a:xfrm xmlns:a="http://schemas.openxmlformats.org/drawingml/2006/main">
            <a:off x="8334375" y="4829175"/>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979"/>
                </a:solidFill>
                <a:latin typeface="Arial"/>
                <a:ea typeface="Arial"/>
                <a:cs typeface="Arial"/>
              </a:defRPr>
            </a:defPPr>
            <a:lvl1pPr>
              <a:defRPr sz="1650" b="0">
                <a:solidFill>
                  <a:srgbClr val="536979"/>
                </a:solidFill>
                <a:latin typeface="Arial"/>
                <a:ea typeface="Arial"/>
                <a:cs typeface="Arial"/>
              </a:defRPr>
            </a:lvl1pPr>
            <a:lvl2pPr>
              <a:defRPr sz="1650" b="0">
                <a:solidFill>
                  <a:srgbClr val="536979"/>
                </a:solidFill>
                <a:latin typeface="Arial"/>
                <a:ea typeface="Arial"/>
                <a:cs typeface="Arial"/>
              </a:defRPr>
            </a:lvl2pPr>
            <a:lvl3pPr>
              <a:defRPr sz="1650" b="0">
                <a:solidFill>
                  <a:srgbClr val="536979"/>
                </a:solidFill>
                <a:latin typeface="Arial"/>
                <a:ea typeface="Arial"/>
                <a:cs typeface="Arial"/>
              </a:defRPr>
            </a:lvl3pPr>
            <a:lvl4pPr>
              <a:defRPr sz="1650" b="0">
                <a:solidFill>
                  <a:srgbClr val="536979"/>
                </a:solidFill>
                <a:latin typeface="Arial"/>
                <a:ea typeface="Arial"/>
                <a:cs typeface="Arial"/>
              </a:defRPr>
            </a:lvl4pPr>
            <a:lvl5pPr>
              <a:defRPr sz="1650" b="0">
                <a:solidFill>
                  <a:srgbClr val="536979"/>
                </a:solidFill>
                <a:latin typeface="Arial"/>
                <a:ea typeface="Arial"/>
                <a:cs typeface="Arial"/>
              </a:defRPr>
            </a:lvl5pPr>
            <a:lvl6pPr>
              <a:defRPr sz="1650" b="0">
                <a:solidFill>
                  <a:srgbClr val="536979"/>
                </a:solidFill>
                <a:latin typeface="Arial"/>
                <a:ea typeface="Arial"/>
                <a:cs typeface="Arial"/>
              </a:defRPr>
            </a:lvl6pPr>
            <a:lvl7pPr>
              <a:defRPr sz="1650" b="0">
                <a:solidFill>
                  <a:srgbClr val="536979"/>
                </a:solidFill>
                <a:latin typeface="Arial"/>
                <a:ea typeface="Arial"/>
                <a:cs typeface="Arial"/>
              </a:defRPr>
            </a:lvl7pPr>
            <a:lvl8pPr>
              <a:defRPr sz="1650" b="0">
                <a:solidFill>
                  <a:srgbClr val="536979"/>
                </a:solidFill>
                <a:latin typeface="Arial"/>
                <a:ea typeface="Arial"/>
                <a:cs typeface="Arial"/>
              </a:defRPr>
            </a:lvl8pPr>
            <a:lvl9pPr>
              <a:defRPr sz="1650" b="0">
                <a:solidFill>
                  <a:srgbClr val="536979"/>
                </a:solidFill>
                <a:latin typeface="Arial"/>
                <a:ea typeface="Arial"/>
                <a:cs typeface="Arial"/>
              </a:defRPr>
            </a:lvl9pPr>
          </a:lstStyle>
          <a:p xmlns:a="http://schemas.openxmlformats.org/drawingml/2006/main">
            <a:pPr>
              <a:defRPr sz="1650" b="0">
                <a:solidFill>
                  <a:srgbClr val="536979"/>
                </a:solidFill>
                <a:latin typeface="Arial"/>
                <a:ea typeface="Arial"/>
                <a:cs typeface="Arial"/>
              </a:defRPr>
            </a:pPr>
            <a:r>
              <a:rPr sz="1650" b="0">
                <a:solidFill>
                  <a:srgbClr val="536979"/>
                </a:solidFill>
                <a:latin typeface="Arial"/>
                <a:ea typeface="Arial"/>
                <a:cs typeface="Arial"/>
              </a:rPr>
              <a:t>Age and distribution confound views. One unlisted upload is excluded.</a:t>
            </a:r>
          </a:p>
        </p:txBody>
      </p:sp>
      <p:sp>
        <p:nvSpPr>
          <p:cNvPr id="10" name="">
            <a:extLst xmlns:a="http://schemas.openxmlformats.org/drawingml/2006/main">
              <a:ext uri="{FF2B5EF4-FFF2-40B4-BE49-F238E27FC236}">
                <a16:creationId xmlns:a16="http://schemas.microsoft.com/office/drawing/2014/main" id="{7D24B359-92EB-4F2E-9A63-07876B9A4085}"/>
              </a:ext>
            </a:extLst>
          </p:cNvPr>
          <p:cNvSpPr>
            <a:spLocks xmlns:a="http://schemas.openxmlformats.org/drawingml/2006/main" noGrp="1"/>
          </p:cNvSpPr>
          <p:nvPr/>
        </p:nvSpPr>
        <p:spPr>
          <a:xfrm xmlns:a="http://schemas.openxmlformats.org/drawingml/2006/main">
            <a:off x="609600" y="58864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979"/>
                </a:solidFill>
                <a:latin typeface="Arial"/>
                <a:ea typeface="Arial"/>
                <a:cs typeface="Arial"/>
              </a:defRPr>
            </a:defPPr>
            <a:lvl1pPr>
              <a:defRPr sz="1200" b="0">
                <a:solidFill>
                  <a:srgbClr val="536979"/>
                </a:solidFill>
                <a:latin typeface="Arial"/>
                <a:ea typeface="Arial"/>
                <a:cs typeface="Arial"/>
              </a:defRPr>
            </a:lvl1pPr>
            <a:lvl2pPr>
              <a:defRPr sz="1200" b="0">
                <a:solidFill>
                  <a:srgbClr val="536979"/>
                </a:solidFill>
                <a:latin typeface="Arial"/>
                <a:ea typeface="Arial"/>
                <a:cs typeface="Arial"/>
              </a:defRPr>
            </a:lvl2pPr>
            <a:lvl3pPr>
              <a:defRPr sz="1200" b="0">
                <a:solidFill>
                  <a:srgbClr val="536979"/>
                </a:solidFill>
                <a:latin typeface="Arial"/>
                <a:ea typeface="Arial"/>
                <a:cs typeface="Arial"/>
              </a:defRPr>
            </a:lvl3pPr>
            <a:lvl4pPr>
              <a:defRPr sz="1200" b="0">
                <a:solidFill>
                  <a:srgbClr val="536979"/>
                </a:solidFill>
                <a:latin typeface="Arial"/>
                <a:ea typeface="Arial"/>
                <a:cs typeface="Arial"/>
              </a:defRPr>
            </a:lvl4pPr>
            <a:lvl5pPr>
              <a:defRPr sz="1200" b="0">
                <a:solidFill>
                  <a:srgbClr val="536979"/>
                </a:solidFill>
                <a:latin typeface="Arial"/>
                <a:ea typeface="Arial"/>
                <a:cs typeface="Arial"/>
              </a:defRPr>
            </a:lvl5pPr>
            <a:lvl6pPr>
              <a:defRPr sz="1200" b="0">
                <a:solidFill>
                  <a:srgbClr val="536979"/>
                </a:solidFill>
                <a:latin typeface="Arial"/>
                <a:ea typeface="Arial"/>
                <a:cs typeface="Arial"/>
              </a:defRPr>
            </a:lvl6pPr>
            <a:lvl7pPr>
              <a:defRPr sz="1200" b="0">
                <a:solidFill>
                  <a:srgbClr val="536979"/>
                </a:solidFill>
                <a:latin typeface="Arial"/>
                <a:ea typeface="Arial"/>
                <a:cs typeface="Arial"/>
              </a:defRPr>
            </a:lvl7pPr>
            <a:lvl8pPr>
              <a:defRPr sz="1200" b="0">
                <a:solidFill>
                  <a:srgbClr val="536979"/>
                </a:solidFill>
                <a:latin typeface="Arial"/>
                <a:ea typeface="Arial"/>
                <a:cs typeface="Arial"/>
              </a:defRPr>
            </a:lvl8pPr>
            <a:lvl9pPr>
              <a:defRPr sz="1200" b="0">
                <a:solidFill>
                  <a:srgbClr val="536979"/>
                </a:solidFill>
                <a:latin typeface="Arial"/>
                <a:ea typeface="Arial"/>
                <a:cs typeface="Arial"/>
              </a:defRPr>
            </a:lvl9pPr>
          </a:lstStyle>
          <a:p xmlns:a="http://schemas.openxmlformats.org/drawingml/2006/main">
            <a:pPr>
              <a:defRPr sz="1200" b="0">
                <a:solidFill>
                  <a:srgbClr val="536979"/>
                </a:solidFill>
                <a:latin typeface="Arial"/>
                <a:ea typeface="Arial"/>
                <a:cs typeface="Arial"/>
              </a:defRPr>
            </a:pPr>
            <a:r>
              <a:rPr sz="1200" b="0">
                <a:solidFill>
                  <a:srgbClr val="536979"/>
                </a:solidFill>
                <a:latin typeface="Arial"/>
                <a:ea typeface="Arial"/>
                <a:cs typeface="Arial"/>
              </a:rPr>
              <a:t>Direct watch-page observations, Oct 19, 2026. Official show/FOX-linked channels. Source URLs and counts in youtube_observations.csv. Convenience sample, n=5.</a:t>
            </a:r>
          </a:p>
        </p:txBody>
      </p:sp>
    </p:spTree>
    <p:extLst>
      <p:ext uri="{BB962C8B-B14F-4D97-AF65-F5344CB8AC3E}">
        <p14:creationId xmlns:p14="http://schemas.microsoft.com/office/powerpoint/2010/main" val="17395321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7E181B-8055-4A79-8634-EA1EF6F9EFFA}"/>
              </a:ext>
            </a:extLst>
          </p:cNvPr>
          <p:cNvSpPr>
            <a:spLocks xmlns:a="http://schemas.openxmlformats.org/drawingml/2006/main" noGrp="1"/>
          </p:cNvSpPr>
          <p:nvPr/>
        </p:nvSpPr>
        <p:spPr>
          <a:xfrm xmlns:a="http://schemas.openxmlformats.org/drawingml/2006/main">
            <a:off x="609600" y="400050"/>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67B9"/>
                </a:solidFill>
                <a:latin typeface="Arial"/>
                <a:ea typeface="Arial"/>
                <a:cs typeface="Arial"/>
              </a:defRPr>
            </a:defPPr>
            <a:lvl1pPr>
              <a:defRPr sz="1125" b="1">
                <a:solidFill>
                  <a:srgbClr val="0067B9"/>
                </a:solidFill>
                <a:latin typeface="Arial"/>
                <a:ea typeface="Arial"/>
                <a:cs typeface="Arial"/>
              </a:defRPr>
            </a:lvl1pPr>
            <a:lvl2pPr>
              <a:defRPr sz="1125" b="1">
                <a:solidFill>
                  <a:srgbClr val="0067B9"/>
                </a:solidFill>
                <a:latin typeface="Arial"/>
                <a:ea typeface="Arial"/>
                <a:cs typeface="Arial"/>
              </a:defRPr>
            </a:lvl2pPr>
            <a:lvl3pPr>
              <a:defRPr sz="1125" b="1">
                <a:solidFill>
                  <a:srgbClr val="0067B9"/>
                </a:solidFill>
                <a:latin typeface="Arial"/>
                <a:ea typeface="Arial"/>
                <a:cs typeface="Arial"/>
              </a:defRPr>
            </a:lvl3pPr>
            <a:lvl4pPr>
              <a:defRPr sz="1125" b="1">
                <a:solidFill>
                  <a:srgbClr val="0067B9"/>
                </a:solidFill>
                <a:latin typeface="Arial"/>
                <a:ea typeface="Arial"/>
                <a:cs typeface="Arial"/>
              </a:defRPr>
            </a:lvl4pPr>
            <a:lvl5pPr>
              <a:defRPr sz="1125" b="1">
                <a:solidFill>
                  <a:srgbClr val="0067B9"/>
                </a:solidFill>
                <a:latin typeface="Arial"/>
                <a:ea typeface="Arial"/>
                <a:cs typeface="Arial"/>
              </a:defRPr>
            </a:lvl5pPr>
            <a:lvl6pPr>
              <a:defRPr sz="1125" b="1">
                <a:solidFill>
                  <a:srgbClr val="0067B9"/>
                </a:solidFill>
                <a:latin typeface="Arial"/>
                <a:ea typeface="Arial"/>
                <a:cs typeface="Arial"/>
              </a:defRPr>
            </a:lvl6pPr>
            <a:lvl7pPr>
              <a:defRPr sz="1125" b="1">
                <a:solidFill>
                  <a:srgbClr val="0067B9"/>
                </a:solidFill>
                <a:latin typeface="Arial"/>
                <a:ea typeface="Arial"/>
                <a:cs typeface="Arial"/>
              </a:defRPr>
            </a:lvl7pPr>
            <a:lvl8pPr>
              <a:defRPr sz="1125" b="1">
                <a:solidFill>
                  <a:srgbClr val="0067B9"/>
                </a:solidFill>
                <a:latin typeface="Arial"/>
                <a:ea typeface="Arial"/>
                <a:cs typeface="Arial"/>
              </a:defRPr>
            </a:lvl8pPr>
            <a:lvl9pPr>
              <a:defRPr sz="1125" b="1">
                <a:solidFill>
                  <a:srgbClr val="0067B9"/>
                </a:solidFill>
                <a:latin typeface="Arial"/>
                <a:ea typeface="Arial"/>
                <a:cs typeface="Arial"/>
              </a:defRPr>
            </a:lvl9pPr>
          </a:lstStyle>
          <a:p xmlns:a="http://schemas.openxmlformats.org/drawingml/2006/main">
            <a:pPr>
              <a:defRPr sz="1125" b="1">
                <a:solidFill>
                  <a:srgbClr val="0067B9"/>
                </a:solidFill>
                <a:latin typeface="Arial"/>
                <a:ea typeface="Arial"/>
                <a:cs typeface="Arial"/>
              </a:defRPr>
            </a:pPr>
            <a:r>
              <a:rPr sz="1125" b="1">
                <a:solidFill>
                  <a:srgbClr val="0067B9"/>
                </a:solidFill>
                <a:latin typeface="Arial"/>
                <a:ea typeface="Arial"/>
                <a:cs typeface="Arial"/>
              </a:rPr>
              <a:t>PROPOSAL / THE MASKED SINGER</a:t>
            </a:r>
          </a:p>
        </p:txBody>
      </p:sp>
      <p:sp>
        <p:nvSpPr>
          <p:cNvPr id="2" name="">
            <a:extLst xmlns:a="http://schemas.openxmlformats.org/drawingml/2006/main">
              <a:ext uri="{FF2B5EF4-FFF2-40B4-BE49-F238E27FC236}">
                <a16:creationId xmlns:a16="http://schemas.microsoft.com/office/drawing/2014/main" id="{38C2C12D-63F0-4F3E-AAE3-62554CF82479}"/>
              </a:ext>
            </a:extLst>
          </p:cNvPr>
          <p:cNvSpPr>
            <a:spLocks xmlns:a="http://schemas.openxmlformats.org/drawingml/2006/main" noGrp="1"/>
          </p:cNvSpPr>
          <p:nvPr/>
        </p:nvSpPr>
        <p:spPr>
          <a:xfrm xmlns:a="http://schemas.openxmlformats.org/drawingml/2006/main">
            <a:off x="609600" y="100012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2D52"/>
                </a:solidFill>
                <a:latin typeface="Arial"/>
                <a:ea typeface="Arial"/>
                <a:cs typeface="Arial"/>
              </a:defRPr>
            </a:defPPr>
            <a:lvl1pPr>
              <a:defRPr sz="3225" b="1">
                <a:solidFill>
                  <a:srgbClr val="002D52"/>
                </a:solidFill>
                <a:latin typeface="Arial"/>
                <a:ea typeface="Arial"/>
                <a:cs typeface="Arial"/>
              </a:defRPr>
            </a:lvl1pPr>
            <a:lvl2pPr>
              <a:defRPr sz="3225" b="1">
                <a:solidFill>
                  <a:srgbClr val="002D52"/>
                </a:solidFill>
                <a:latin typeface="Arial"/>
                <a:ea typeface="Arial"/>
                <a:cs typeface="Arial"/>
              </a:defRPr>
            </a:lvl2pPr>
            <a:lvl3pPr>
              <a:defRPr sz="3225" b="1">
                <a:solidFill>
                  <a:srgbClr val="002D52"/>
                </a:solidFill>
                <a:latin typeface="Arial"/>
                <a:ea typeface="Arial"/>
                <a:cs typeface="Arial"/>
              </a:defRPr>
            </a:lvl3pPr>
            <a:lvl4pPr>
              <a:defRPr sz="3225" b="1">
                <a:solidFill>
                  <a:srgbClr val="002D52"/>
                </a:solidFill>
                <a:latin typeface="Arial"/>
                <a:ea typeface="Arial"/>
                <a:cs typeface="Arial"/>
              </a:defRPr>
            </a:lvl4pPr>
            <a:lvl5pPr>
              <a:defRPr sz="3225" b="1">
                <a:solidFill>
                  <a:srgbClr val="002D52"/>
                </a:solidFill>
                <a:latin typeface="Arial"/>
                <a:ea typeface="Arial"/>
                <a:cs typeface="Arial"/>
              </a:defRPr>
            </a:lvl5pPr>
            <a:lvl6pPr>
              <a:defRPr sz="3225" b="1">
                <a:solidFill>
                  <a:srgbClr val="002D52"/>
                </a:solidFill>
                <a:latin typeface="Arial"/>
                <a:ea typeface="Arial"/>
                <a:cs typeface="Arial"/>
              </a:defRPr>
            </a:lvl6pPr>
            <a:lvl7pPr>
              <a:defRPr sz="3225" b="1">
                <a:solidFill>
                  <a:srgbClr val="002D52"/>
                </a:solidFill>
                <a:latin typeface="Arial"/>
                <a:ea typeface="Arial"/>
                <a:cs typeface="Arial"/>
              </a:defRPr>
            </a:lvl7pPr>
            <a:lvl8pPr>
              <a:defRPr sz="3225" b="1">
                <a:solidFill>
                  <a:srgbClr val="002D52"/>
                </a:solidFill>
                <a:latin typeface="Arial"/>
                <a:ea typeface="Arial"/>
                <a:cs typeface="Arial"/>
              </a:defRPr>
            </a:lvl8pPr>
            <a:lvl9pPr>
              <a:defRPr sz="3225" b="1">
                <a:solidFill>
                  <a:srgbClr val="002D52"/>
                </a:solidFill>
                <a:latin typeface="Arial"/>
                <a:ea typeface="Arial"/>
                <a:cs typeface="Arial"/>
              </a:defRPr>
            </a:lvl9pPr>
          </a:lstStyle>
          <a:p xmlns:a="http://schemas.openxmlformats.org/drawingml/2006/main">
            <a:pPr>
              <a:defRPr sz="3225" b="1">
                <a:solidFill>
                  <a:srgbClr val="002D52"/>
                </a:solidFill>
                <a:latin typeface="Arial"/>
                <a:ea typeface="Arial"/>
                <a:cs typeface="Arial"/>
              </a:defRPr>
            </a:pPr>
            <a:r>
              <a:rPr sz="3225" b="1">
                <a:solidFill>
                  <a:srgbClr val="002D52"/>
                </a:solidFill>
                <a:latin typeface="Arial"/>
                <a:ea typeface="Arial"/>
                <a:cs typeface="Arial"/>
              </a:rPr>
              <a:t>A clue-first invitation protects the reveal</a:t>
            </a:r>
          </a:p>
        </p:txBody>
      </p:sp>
      <p:sp>
        <p:nvSpPr>
          <p:cNvPr id="3" name="">
            <a:extLst xmlns:a="http://schemas.openxmlformats.org/drawingml/2006/main">
              <a:ext uri="{FF2B5EF4-FFF2-40B4-BE49-F238E27FC236}">
                <a16:creationId xmlns:a16="http://schemas.microsoft.com/office/drawing/2014/main" id="{E05E4851-C0A9-4526-9D8C-071B9D8CF9B9}"/>
              </a:ext>
            </a:extLst>
          </p:cNvPr>
          <p:cNvSpPr>
            <a:spLocks xmlns:a="http://schemas.openxmlformats.org/drawingml/2006/main" noGrp="1"/>
          </p:cNvSpPr>
          <p:nvPr/>
        </p:nvSpPr>
        <p:spPr>
          <a:xfrm xmlns:a="http://schemas.openxmlformats.org/drawingml/2006/main">
            <a:off x="609600" y="6448425"/>
            <a:ext cx="9715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36979"/>
                </a:solidFill>
                <a:latin typeface="Arial"/>
                <a:ea typeface="Arial"/>
                <a:cs typeface="Arial"/>
              </a:defRPr>
            </a:defPPr>
            <a:lvl1pPr>
              <a:defRPr sz="900" b="0">
                <a:solidFill>
                  <a:srgbClr val="536979"/>
                </a:solidFill>
                <a:latin typeface="Arial"/>
                <a:ea typeface="Arial"/>
                <a:cs typeface="Arial"/>
              </a:defRPr>
            </a:lvl1pPr>
            <a:lvl2pPr>
              <a:defRPr sz="900" b="0">
                <a:solidFill>
                  <a:srgbClr val="536979"/>
                </a:solidFill>
                <a:latin typeface="Arial"/>
                <a:ea typeface="Arial"/>
                <a:cs typeface="Arial"/>
              </a:defRPr>
            </a:lvl2pPr>
            <a:lvl3pPr>
              <a:defRPr sz="900" b="0">
                <a:solidFill>
                  <a:srgbClr val="536979"/>
                </a:solidFill>
                <a:latin typeface="Arial"/>
                <a:ea typeface="Arial"/>
                <a:cs typeface="Arial"/>
              </a:defRPr>
            </a:lvl3pPr>
            <a:lvl4pPr>
              <a:defRPr sz="900" b="0">
                <a:solidFill>
                  <a:srgbClr val="536979"/>
                </a:solidFill>
                <a:latin typeface="Arial"/>
                <a:ea typeface="Arial"/>
                <a:cs typeface="Arial"/>
              </a:defRPr>
            </a:lvl4pPr>
            <a:lvl5pPr>
              <a:defRPr sz="900" b="0">
                <a:solidFill>
                  <a:srgbClr val="536979"/>
                </a:solidFill>
                <a:latin typeface="Arial"/>
                <a:ea typeface="Arial"/>
                <a:cs typeface="Arial"/>
              </a:defRPr>
            </a:lvl5pPr>
            <a:lvl6pPr>
              <a:defRPr sz="900" b="0">
                <a:solidFill>
                  <a:srgbClr val="536979"/>
                </a:solidFill>
                <a:latin typeface="Arial"/>
                <a:ea typeface="Arial"/>
                <a:cs typeface="Arial"/>
              </a:defRPr>
            </a:lvl6pPr>
            <a:lvl7pPr>
              <a:defRPr sz="900" b="0">
                <a:solidFill>
                  <a:srgbClr val="536979"/>
                </a:solidFill>
                <a:latin typeface="Arial"/>
                <a:ea typeface="Arial"/>
                <a:cs typeface="Arial"/>
              </a:defRPr>
            </a:lvl7pPr>
            <a:lvl8pPr>
              <a:defRPr sz="900" b="0">
                <a:solidFill>
                  <a:srgbClr val="536979"/>
                </a:solidFill>
                <a:latin typeface="Arial"/>
                <a:ea typeface="Arial"/>
                <a:cs typeface="Arial"/>
              </a:defRPr>
            </a:lvl8pPr>
            <a:lvl9pPr>
              <a:defRPr sz="900" b="0">
                <a:solidFill>
                  <a:srgbClr val="536979"/>
                </a:solidFill>
                <a:latin typeface="Arial"/>
                <a:ea typeface="Arial"/>
                <a:cs typeface="Arial"/>
              </a:defRPr>
            </a:lvl9pPr>
          </a:lstStyle>
          <a:p xmlns:a="http://schemas.openxmlformats.org/drawingml/2006/main">
            <a:pPr>
              <a:defRPr sz="900" b="0">
                <a:solidFill>
                  <a:srgbClr val="536979"/>
                </a:solidFill>
                <a:latin typeface="Arial"/>
                <a:ea typeface="Arial"/>
                <a:cs typeface="Arial"/>
              </a:defRPr>
            </a:pPr>
            <a:r>
              <a:rPr sz="900" b="0">
                <a:solidFill>
                  <a:srgbClr val="536979"/>
                </a:solidFill>
                <a:latin typeface="Arial"/>
                <a:ea typeface="Arial"/>
                <a:cs typeface="Arial"/>
              </a:rPr>
              <a:t>BEYOND THE SCREEN / INDEPENDENT PROJECT</a:t>
            </a:r>
          </a:p>
        </p:txBody>
      </p:sp>
      <p:sp>
        <p:nvSpPr>
          <p:cNvPr id="4" name="">
            <a:extLst xmlns:a="http://schemas.openxmlformats.org/drawingml/2006/main">
              <a:ext uri="{FF2B5EF4-FFF2-40B4-BE49-F238E27FC236}">
                <a16:creationId xmlns:a16="http://schemas.microsoft.com/office/drawing/2014/main" id="{DC72369B-24EB-4BF7-B36D-6616770E9B00}"/>
              </a:ext>
            </a:extLst>
          </p:cNvPr>
          <p:cNvSpPr>
            <a:spLocks xmlns:a="http://schemas.openxmlformats.org/drawingml/2006/main" noGrp="1"/>
          </p:cNvSpPr>
          <p:nvPr/>
        </p:nvSpPr>
        <p:spPr>
          <a:xfrm xmlns:a="http://schemas.openxmlformats.org/drawingml/2006/main">
            <a:off x="11049000" y="64103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067B9"/>
                </a:solidFill>
                <a:latin typeface="Arial"/>
                <a:ea typeface="Arial"/>
                <a:cs typeface="Arial"/>
              </a:defRPr>
            </a:defPPr>
            <a:lvl1pPr>
              <a:defRPr sz="1425" b="1">
                <a:solidFill>
                  <a:srgbClr val="0067B9"/>
                </a:solidFill>
                <a:latin typeface="Arial"/>
                <a:ea typeface="Arial"/>
                <a:cs typeface="Arial"/>
              </a:defRPr>
            </a:lvl1pPr>
            <a:lvl2pPr>
              <a:defRPr sz="1425" b="1">
                <a:solidFill>
                  <a:srgbClr val="0067B9"/>
                </a:solidFill>
                <a:latin typeface="Arial"/>
                <a:ea typeface="Arial"/>
                <a:cs typeface="Arial"/>
              </a:defRPr>
            </a:lvl2pPr>
            <a:lvl3pPr>
              <a:defRPr sz="1425" b="1">
                <a:solidFill>
                  <a:srgbClr val="0067B9"/>
                </a:solidFill>
                <a:latin typeface="Arial"/>
                <a:ea typeface="Arial"/>
                <a:cs typeface="Arial"/>
              </a:defRPr>
            </a:lvl3pPr>
            <a:lvl4pPr>
              <a:defRPr sz="1425" b="1">
                <a:solidFill>
                  <a:srgbClr val="0067B9"/>
                </a:solidFill>
                <a:latin typeface="Arial"/>
                <a:ea typeface="Arial"/>
                <a:cs typeface="Arial"/>
              </a:defRPr>
            </a:lvl4pPr>
            <a:lvl5pPr>
              <a:defRPr sz="1425" b="1">
                <a:solidFill>
                  <a:srgbClr val="0067B9"/>
                </a:solidFill>
                <a:latin typeface="Arial"/>
                <a:ea typeface="Arial"/>
                <a:cs typeface="Arial"/>
              </a:defRPr>
            </a:lvl5pPr>
            <a:lvl6pPr>
              <a:defRPr sz="1425" b="1">
                <a:solidFill>
                  <a:srgbClr val="0067B9"/>
                </a:solidFill>
                <a:latin typeface="Arial"/>
                <a:ea typeface="Arial"/>
                <a:cs typeface="Arial"/>
              </a:defRPr>
            </a:lvl6pPr>
            <a:lvl7pPr>
              <a:defRPr sz="1425" b="1">
                <a:solidFill>
                  <a:srgbClr val="0067B9"/>
                </a:solidFill>
                <a:latin typeface="Arial"/>
                <a:ea typeface="Arial"/>
                <a:cs typeface="Arial"/>
              </a:defRPr>
            </a:lvl7pPr>
            <a:lvl8pPr>
              <a:defRPr sz="1425" b="1">
                <a:solidFill>
                  <a:srgbClr val="0067B9"/>
                </a:solidFill>
                <a:latin typeface="Arial"/>
                <a:ea typeface="Arial"/>
                <a:cs typeface="Arial"/>
              </a:defRPr>
            </a:lvl8pPr>
            <a:lvl9pPr>
              <a:defRPr sz="1425" b="1">
                <a:solidFill>
                  <a:srgbClr val="0067B9"/>
                </a:solidFill>
                <a:latin typeface="Arial"/>
                <a:ea typeface="Arial"/>
                <a:cs typeface="Arial"/>
              </a:defRPr>
            </a:lvl9pPr>
          </a:lstStyle>
          <a:p xmlns:a="http://schemas.openxmlformats.org/drawingml/2006/main">
            <a:pPr>
              <a:defRPr sz="1425" b="1">
                <a:solidFill>
                  <a:srgbClr val="0067B9"/>
                </a:solidFill>
                <a:latin typeface="Arial"/>
                <a:ea typeface="Arial"/>
                <a:cs typeface="Arial"/>
              </a:defRPr>
            </a:pPr>
            <a:r>
              <a:rPr sz="1425" b="1">
                <a:solidFill>
                  <a:srgbClr val="0067B9"/>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C43EB741-63EF-4C4B-80D4-DF05159B9C04}"/>
              </a:ext>
            </a:extLst>
          </p:cNvPr>
          <p:cNvSpPr>
            <a:spLocks xmlns:a="http://schemas.openxmlformats.org/drawingml/2006/main" noGrp="1"/>
          </p:cNvSpPr>
          <p:nvPr/>
        </p:nvSpPr>
        <p:spPr>
          <a:xfrm xmlns:a="http://schemas.openxmlformats.org/drawingml/2006/main">
            <a:off x="609600" y="22383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7B9"/>
                </a:solidFill>
                <a:latin typeface="Arial"/>
                <a:ea typeface="Arial"/>
                <a:cs typeface="Arial"/>
              </a:defRPr>
            </a:defPPr>
            <a:lvl1pPr>
              <a:defRPr sz="1875" b="1">
                <a:solidFill>
                  <a:srgbClr val="0067B9"/>
                </a:solidFill>
                <a:latin typeface="Arial"/>
                <a:ea typeface="Arial"/>
                <a:cs typeface="Arial"/>
              </a:defRPr>
            </a:lvl1pPr>
            <a:lvl2pPr>
              <a:defRPr sz="1875" b="1">
                <a:solidFill>
                  <a:srgbClr val="0067B9"/>
                </a:solidFill>
                <a:latin typeface="Arial"/>
                <a:ea typeface="Arial"/>
                <a:cs typeface="Arial"/>
              </a:defRPr>
            </a:lvl2pPr>
            <a:lvl3pPr>
              <a:defRPr sz="1875" b="1">
                <a:solidFill>
                  <a:srgbClr val="0067B9"/>
                </a:solidFill>
                <a:latin typeface="Arial"/>
                <a:ea typeface="Arial"/>
                <a:cs typeface="Arial"/>
              </a:defRPr>
            </a:lvl3pPr>
            <a:lvl4pPr>
              <a:defRPr sz="1875" b="1">
                <a:solidFill>
                  <a:srgbClr val="0067B9"/>
                </a:solidFill>
                <a:latin typeface="Arial"/>
                <a:ea typeface="Arial"/>
                <a:cs typeface="Arial"/>
              </a:defRPr>
            </a:lvl4pPr>
            <a:lvl5pPr>
              <a:defRPr sz="1875" b="1">
                <a:solidFill>
                  <a:srgbClr val="0067B9"/>
                </a:solidFill>
                <a:latin typeface="Arial"/>
                <a:ea typeface="Arial"/>
                <a:cs typeface="Arial"/>
              </a:defRPr>
            </a:lvl5pPr>
            <a:lvl6pPr>
              <a:defRPr sz="1875" b="1">
                <a:solidFill>
                  <a:srgbClr val="0067B9"/>
                </a:solidFill>
                <a:latin typeface="Arial"/>
                <a:ea typeface="Arial"/>
                <a:cs typeface="Arial"/>
              </a:defRPr>
            </a:lvl6pPr>
            <a:lvl7pPr>
              <a:defRPr sz="1875" b="1">
                <a:solidFill>
                  <a:srgbClr val="0067B9"/>
                </a:solidFill>
                <a:latin typeface="Arial"/>
                <a:ea typeface="Arial"/>
                <a:cs typeface="Arial"/>
              </a:defRPr>
            </a:lvl7pPr>
            <a:lvl8pPr>
              <a:defRPr sz="1875" b="1">
                <a:solidFill>
                  <a:srgbClr val="0067B9"/>
                </a:solidFill>
                <a:latin typeface="Arial"/>
                <a:ea typeface="Arial"/>
                <a:cs typeface="Arial"/>
              </a:defRPr>
            </a:lvl8pPr>
            <a:lvl9pPr>
              <a:defRPr sz="1875" b="1">
                <a:solidFill>
                  <a:srgbClr val="0067B9"/>
                </a:solidFill>
                <a:latin typeface="Arial"/>
                <a:ea typeface="Arial"/>
                <a:cs typeface="Arial"/>
              </a:defRPr>
            </a:lvl9pPr>
          </a:lstStyle>
          <a:p xmlns:a="http://schemas.openxmlformats.org/drawingml/2006/main">
            <a:pPr>
              <a:defRPr sz="1875" b="1">
                <a:solidFill>
                  <a:srgbClr val="0067B9"/>
                </a:solidFill>
                <a:latin typeface="Arial"/>
                <a:ea typeface="Arial"/>
                <a:cs typeface="Arial"/>
              </a:defRPr>
            </a:pPr>
            <a:r>
              <a:rPr sz="1875" b="1">
                <a:solidFill>
                  <a:srgbClr val="0067B9"/>
                </a:solidFill>
                <a:latin typeface="Arial"/>
                <a:ea typeface="Arial"/>
                <a:cs typeface="Arial"/>
              </a:rPr>
              <a:t>Creative concept</a:t>
            </a:r>
          </a:p>
        </p:txBody>
      </p:sp>
      <p:sp>
        <p:nvSpPr>
          <p:cNvPr id="6" name="">
            <a:extLst xmlns:a="http://schemas.openxmlformats.org/drawingml/2006/main">
              <a:ext uri="{FF2B5EF4-FFF2-40B4-BE49-F238E27FC236}">
                <a16:creationId xmlns:a16="http://schemas.microsoft.com/office/drawing/2014/main" id="{374C21BF-82B1-45F7-94DD-63A90BC0C1CB}"/>
              </a:ext>
            </a:extLst>
          </p:cNvPr>
          <p:cNvSpPr>
            <a:spLocks xmlns:a="http://schemas.openxmlformats.org/drawingml/2006/main" noGrp="1"/>
          </p:cNvSpPr>
          <p:nvPr/>
        </p:nvSpPr>
        <p:spPr>
          <a:xfrm xmlns:a="http://schemas.openxmlformats.org/drawingml/2006/main">
            <a:off x="609600" y="284797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02D52"/>
                </a:solidFill>
                <a:latin typeface="Arial"/>
                <a:ea typeface="Arial"/>
                <a:cs typeface="Arial"/>
              </a:defRPr>
            </a:defPPr>
            <a:lvl1pPr>
              <a:defRPr sz="1800" b="0">
                <a:solidFill>
                  <a:srgbClr val="002D52"/>
                </a:solidFill>
                <a:latin typeface="Arial"/>
                <a:ea typeface="Arial"/>
                <a:cs typeface="Arial"/>
              </a:defRPr>
            </a:lvl1pPr>
            <a:lvl2pPr>
              <a:defRPr sz="1800" b="0">
                <a:solidFill>
                  <a:srgbClr val="002D52"/>
                </a:solidFill>
                <a:latin typeface="Arial"/>
                <a:ea typeface="Arial"/>
                <a:cs typeface="Arial"/>
              </a:defRPr>
            </a:lvl2pPr>
            <a:lvl3pPr>
              <a:defRPr sz="1800" b="0">
                <a:solidFill>
                  <a:srgbClr val="002D52"/>
                </a:solidFill>
                <a:latin typeface="Arial"/>
                <a:ea typeface="Arial"/>
                <a:cs typeface="Arial"/>
              </a:defRPr>
            </a:lvl3pPr>
            <a:lvl4pPr>
              <a:defRPr sz="1800" b="0">
                <a:solidFill>
                  <a:srgbClr val="002D52"/>
                </a:solidFill>
                <a:latin typeface="Arial"/>
                <a:ea typeface="Arial"/>
                <a:cs typeface="Arial"/>
              </a:defRPr>
            </a:lvl4pPr>
            <a:lvl5pPr>
              <a:defRPr sz="1800" b="0">
                <a:solidFill>
                  <a:srgbClr val="002D52"/>
                </a:solidFill>
                <a:latin typeface="Arial"/>
                <a:ea typeface="Arial"/>
                <a:cs typeface="Arial"/>
              </a:defRPr>
            </a:lvl5pPr>
            <a:lvl6pPr>
              <a:defRPr sz="1800" b="0">
                <a:solidFill>
                  <a:srgbClr val="002D52"/>
                </a:solidFill>
                <a:latin typeface="Arial"/>
                <a:ea typeface="Arial"/>
                <a:cs typeface="Arial"/>
              </a:defRPr>
            </a:lvl6pPr>
            <a:lvl7pPr>
              <a:defRPr sz="1800" b="0">
                <a:solidFill>
                  <a:srgbClr val="002D52"/>
                </a:solidFill>
                <a:latin typeface="Arial"/>
                <a:ea typeface="Arial"/>
                <a:cs typeface="Arial"/>
              </a:defRPr>
            </a:lvl7pPr>
            <a:lvl8pPr>
              <a:defRPr sz="1800" b="0">
                <a:solidFill>
                  <a:srgbClr val="002D52"/>
                </a:solidFill>
                <a:latin typeface="Arial"/>
                <a:ea typeface="Arial"/>
                <a:cs typeface="Arial"/>
              </a:defRPr>
            </a:lvl8pPr>
            <a:lvl9pPr>
              <a:defRPr sz="1800" b="0">
                <a:solidFill>
                  <a:srgbClr val="002D52"/>
                </a:solidFill>
                <a:latin typeface="Arial"/>
                <a:ea typeface="Arial"/>
                <a:cs typeface="Arial"/>
              </a:defRPr>
            </a:lvl9pPr>
          </a:lstStyle>
          <a:p xmlns:a="http://schemas.openxmlformats.org/drawingml/2006/main">
            <a:pPr>
              <a:defRPr sz="1800" b="0">
                <a:solidFill>
                  <a:srgbClr val="002D52"/>
                </a:solidFill>
                <a:latin typeface="Arial"/>
                <a:ea typeface="Arial"/>
                <a:cs typeface="Arial"/>
              </a:defRPr>
            </a:pPr>
            <a:r>
              <a:rPr sz="1800" b="0">
                <a:solidFill>
                  <a:srgbClr val="002D52"/>
                </a:solidFill>
                <a:latin typeface="Arial"/>
                <a:ea typeface="Arial"/>
                <a:cs typeface="Arial"/>
              </a:rPr>
              <a:t>“One clue. One guess.”</a:t>
            </a:r>
          </a:p>
          <a:p xmlns:a="http://schemas.openxmlformats.org/drawingml/2006/main">
            <a:pPr>
              <a:defRPr sz="1800" b="0">
                <a:solidFill>
                  <a:srgbClr val="002D52"/>
                </a:solidFill>
                <a:latin typeface="Arial"/>
                <a:ea typeface="Arial"/>
                <a:cs typeface="Arial"/>
              </a:defRPr>
            </a:pPr>
            <a:r>
              <a:rPr sz="1800" b="0">
                <a:solidFill>
                  <a:srgbClr val="002D52"/>
                </a:solidFill>
                <a:latin typeface="Arial"/>
                <a:ea typeface="Arial"/>
                <a:cs typeface="Arial"/>
              </a:rPr>
              <a:t>A 20–30 second clip with an unresolved clue invites a prediction before the reveal.</a:t>
            </a:r>
          </a:p>
        </p:txBody>
      </p:sp>
      <p:sp>
        <p:nvSpPr>
          <p:cNvPr id="7" name="">
            <a:extLst xmlns:a="http://schemas.openxmlformats.org/drawingml/2006/main">
              <a:ext uri="{FF2B5EF4-FFF2-40B4-BE49-F238E27FC236}">
                <a16:creationId xmlns:a16="http://schemas.microsoft.com/office/drawing/2014/main" id="{3FA68442-8740-4FA5-9DAD-F7059FDE3F82}"/>
              </a:ext>
            </a:extLst>
          </p:cNvPr>
          <p:cNvSpPr>
            <a:spLocks xmlns:a="http://schemas.openxmlformats.org/drawingml/2006/main" noGrp="1"/>
          </p:cNvSpPr>
          <p:nvPr/>
        </p:nvSpPr>
        <p:spPr>
          <a:xfrm xmlns:a="http://schemas.openxmlformats.org/drawingml/2006/main">
            <a:off x="6429375" y="223837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7B9"/>
                </a:solidFill>
                <a:latin typeface="Arial"/>
                <a:ea typeface="Arial"/>
                <a:cs typeface="Arial"/>
              </a:defRPr>
            </a:defPPr>
            <a:lvl1pPr>
              <a:defRPr sz="1875" b="1">
                <a:solidFill>
                  <a:srgbClr val="0067B9"/>
                </a:solidFill>
                <a:latin typeface="Arial"/>
                <a:ea typeface="Arial"/>
                <a:cs typeface="Arial"/>
              </a:defRPr>
            </a:lvl1pPr>
            <a:lvl2pPr>
              <a:defRPr sz="1875" b="1">
                <a:solidFill>
                  <a:srgbClr val="0067B9"/>
                </a:solidFill>
                <a:latin typeface="Arial"/>
                <a:ea typeface="Arial"/>
                <a:cs typeface="Arial"/>
              </a:defRPr>
            </a:lvl2pPr>
            <a:lvl3pPr>
              <a:defRPr sz="1875" b="1">
                <a:solidFill>
                  <a:srgbClr val="0067B9"/>
                </a:solidFill>
                <a:latin typeface="Arial"/>
                <a:ea typeface="Arial"/>
                <a:cs typeface="Arial"/>
              </a:defRPr>
            </a:lvl3pPr>
            <a:lvl4pPr>
              <a:defRPr sz="1875" b="1">
                <a:solidFill>
                  <a:srgbClr val="0067B9"/>
                </a:solidFill>
                <a:latin typeface="Arial"/>
                <a:ea typeface="Arial"/>
                <a:cs typeface="Arial"/>
              </a:defRPr>
            </a:lvl4pPr>
            <a:lvl5pPr>
              <a:defRPr sz="1875" b="1">
                <a:solidFill>
                  <a:srgbClr val="0067B9"/>
                </a:solidFill>
                <a:latin typeface="Arial"/>
                <a:ea typeface="Arial"/>
                <a:cs typeface="Arial"/>
              </a:defRPr>
            </a:lvl5pPr>
            <a:lvl6pPr>
              <a:defRPr sz="1875" b="1">
                <a:solidFill>
                  <a:srgbClr val="0067B9"/>
                </a:solidFill>
                <a:latin typeface="Arial"/>
                <a:ea typeface="Arial"/>
                <a:cs typeface="Arial"/>
              </a:defRPr>
            </a:lvl6pPr>
            <a:lvl7pPr>
              <a:defRPr sz="1875" b="1">
                <a:solidFill>
                  <a:srgbClr val="0067B9"/>
                </a:solidFill>
                <a:latin typeface="Arial"/>
                <a:ea typeface="Arial"/>
                <a:cs typeface="Arial"/>
              </a:defRPr>
            </a:lvl7pPr>
            <a:lvl8pPr>
              <a:defRPr sz="1875" b="1">
                <a:solidFill>
                  <a:srgbClr val="0067B9"/>
                </a:solidFill>
                <a:latin typeface="Arial"/>
                <a:ea typeface="Arial"/>
                <a:cs typeface="Arial"/>
              </a:defRPr>
            </a:lvl8pPr>
            <a:lvl9pPr>
              <a:defRPr sz="1875" b="1">
                <a:solidFill>
                  <a:srgbClr val="0067B9"/>
                </a:solidFill>
                <a:latin typeface="Arial"/>
                <a:ea typeface="Arial"/>
                <a:cs typeface="Arial"/>
              </a:defRPr>
            </a:lvl9pPr>
          </a:lstStyle>
          <a:p xmlns:a="http://schemas.openxmlformats.org/drawingml/2006/main">
            <a:pPr>
              <a:defRPr sz="1875" b="1">
                <a:solidFill>
                  <a:srgbClr val="0067B9"/>
                </a:solidFill>
                <a:latin typeface="Arial"/>
                <a:ea typeface="Arial"/>
                <a:cs typeface="Arial"/>
              </a:defRPr>
            </a:pPr>
            <a:r>
              <a:rPr sz="1875" b="1">
                <a:solidFill>
                  <a:srgbClr val="0067B9"/>
                </a:solidFill>
                <a:latin typeface="Arial"/>
                <a:ea typeface="Arial"/>
                <a:cs typeface="Arial"/>
              </a:rPr>
              <a:t>Publishing treatment</a:t>
            </a:r>
          </a:p>
        </p:txBody>
      </p:sp>
      <p:sp>
        <p:nvSpPr>
          <p:cNvPr id="8" name="">
            <a:extLst xmlns:a="http://schemas.openxmlformats.org/drawingml/2006/main">
              <a:ext uri="{FF2B5EF4-FFF2-40B4-BE49-F238E27FC236}">
                <a16:creationId xmlns:a16="http://schemas.microsoft.com/office/drawing/2014/main" id="{D7C94E6B-C667-45AD-9CA0-25AD16D45FBE}"/>
              </a:ext>
            </a:extLst>
          </p:cNvPr>
          <p:cNvSpPr>
            <a:spLocks xmlns:a="http://schemas.openxmlformats.org/drawingml/2006/main" noGrp="1"/>
          </p:cNvSpPr>
          <p:nvPr/>
        </p:nvSpPr>
        <p:spPr>
          <a:xfrm xmlns:a="http://schemas.openxmlformats.org/drawingml/2006/main">
            <a:off x="6429375" y="284797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02D52"/>
                </a:solidFill>
                <a:latin typeface="Arial"/>
                <a:ea typeface="Arial"/>
                <a:cs typeface="Arial"/>
              </a:defRPr>
            </a:defPPr>
            <a:lvl1pPr>
              <a:defRPr sz="1800" b="0">
                <a:solidFill>
                  <a:srgbClr val="002D52"/>
                </a:solidFill>
                <a:latin typeface="Arial"/>
                <a:ea typeface="Arial"/>
                <a:cs typeface="Arial"/>
              </a:defRPr>
            </a:lvl1pPr>
            <a:lvl2pPr>
              <a:defRPr sz="1800" b="0">
                <a:solidFill>
                  <a:srgbClr val="002D52"/>
                </a:solidFill>
                <a:latin typeface="Arial"/>
                <a:ea typeface="Arial"/>
                <a:cs typeface="Arial"/>
              </a:defRPr>
            </a:lvl2pPr>
            <a:lvl3pPr>
              <a:defRPr sz="1800" b="0">
                <a:solidFill>
                  <a:srgbClr val="002D52"/>
                </a:solidFill>
                <a:latin typeface="Arial"/>
                <a:ea typeface="Arial"/>
                <a:cs typeface="Arial"/>
              </a:defRPr>
            </a:lvl3pPr>
            <a:lvl4pPr>
              <a:defRPr sz="1800" b="0">
                <a:solidFill>
                  <a:srgbClr val="002D52"/>
                </a:solidFill>
                <a:latin typeface="Arial"/>
                <a:ea typeface="Arial"/>
                <a:cs typeface="Arial"/>
              </a:defRPr>
            </a:lvl4pPr>
            <a:lvl5pPr>
              <a:defRPr sz="1800" b="0">
                <a:solidFill>
                  <a:srgbClr val="002D52"/>
                </a:solidFill>
                <a:latin typeface="Arial"/>
                <a:ea typeface="Arial"/>
                <a:cs typeface="Arial"/>
              </a:defRPr>
            </a:lvl5pPr>
            <a:lvl6pPr>
              <a:defRPr sz="1800" b="0">
                <a:solidFill>
                  <a:srgbClr val="002D52"/>
                </a:solidFill>
                <a:latin typeface="Arial"/>
                <a:ea typeface="Arial"/>
                <a:cs typeface="Arial"/>
              </a:defRPr>
            </a:lvl6pPr>
            <a:lvl7pPr>
              <a:defRPr sz="1800" b="0">
                <a:solidFill>
                  <a:srgbClr val="002D52"/>
                </a:solidFill>
                <a:latin typeface="Arial"/>
                <a:ea typeface="Arial"/>
                <a:cs typeface="Arial"/>
              </a:defRPr>
            </a:lvl7pPr>
            <a:lvl8pPr>
              <a:defRPr sz="1800" b="0">
                <a:solidFill>
                  <a:srgbClr val="002D52"/>
                </a:solidFill>
                <a:latin typeface="Arial"/>
                <a:ea typeface="Arial"/>
                <a:cs typeface="Arial"/>
              </a:defRPr>
            </a:lvl8pPr>
            <a:lvl9pPr>
              <a:defRPr sz="1800" b="0">
                <a:solidFill>
                  <a:srgbClr val="002D52"/>
                </a:solidFill>
                <a:latin typeface="Arial"/>
                <a:ea typeface="Arial"/>
                <a:cs typeface="Arial"/>
              </a:defRPr>
            </a:lvl9pPr>
          </a:lstStyle>
          <a:p xmlns:a="http://schemas.openxmlformats.org/drawingml/2006/main">
            <a:pPr>
              <a:defRPr sz="1800" b="0">
                <a:solidFill>
                  <a:srgbClr val="002D52"/>
                </a:solidFill>
                <a:latin typeface="Arial"/>
                <a:ea typeface="Arial"/>
                <a:cs typeface="Arial"/>
              </a:defRPr>
            </a:pPr>
            <a:r>
              <a:rPr sz="1800" b="0">
                <a:solidFill>
                  <a:srgbClr val="002D52"/>
                </a:solidFill>
                <a:latin typeface="Arial"/>
                <a:ea typeface="Arial"/>
                <a:cs typeface="Arial"/>
              </a:rPr>
              <a:t>Lead with the clue in the first 2 seconds. Add captions and a prediction prompt. Delay spoiler imagery until after a clear warning.</a:t>
            </a:r>
          </a:p>
        </p:txBody>
      </p:sp>
      <p:sp>
        <p:nvSpPr>
          <p:cNvPr id="9" name="">
            <a:extLst xmlns:a="http://schemas.openxmlformats.org/drawingml/2006/main">
              <a:ext uri="{FF2B5EF4-FFF2-40B4-BE49-F238E27FC236}">
                <a16:creationId xmlns:a16="http://schemas.microsoft.com/office/drawing/2014/main" id="{B28B9A58-E6DA-478B-AB32-8242CD37CE54}"/>
              </a:ext>
            </a:extLst>
          </p:cNvPr>
          <p:cNvSpPr>
            <a:spLocks xmlns:a="http://schemas.openxmlformats.org/drawingml/2006/main" noGrp="1"/>
          </p:cNvSpPr>
          <p:nvPr/>
        </p:nvSpPr>
        <p:spPr>
          <a:xfrm xmlns:a="http://schemas.openxmlformats.org/drawingml/2006/main">
            <a:off x="609600" y="48291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2D52"/>
                </a:solidFill>
                <a:latin typeface="Arial"/>
                <a:ea typeface="Arial"/>
                <a:cs typeface="Arial"/>
              </a:defRPr>
            </a:defPPr>
            <a:lvl1pPr>
              <a:defRPr sz="2250" b="1">
                <a:solidFill>
                  <a:srgbClr val="002D52"/>
                </a:solidFill>
                <a:latin typeface="Arial"/>
                <a:ea typeface="Arial"/>
                <a:cs typeface="Arial"/>
              </a:defRPr>
            </a:lvl1pPr>
            <a:lvl2pPr>
              <a:defRPr sz="2250" b="1">
                <a:solidFill>
                  <a:srgbClr val="002D52"/>
                </a:solidFill>
                <a:latin typeface="Arial"/>
                <a:ea typeface="Arial"/>
                <a:cs typeface="Arial"/>
              </a:defRPr>
            </a:lvl2pPr>
            <a:lvl3pPr>
              <a:defRPr sz="2250" b="1">
                <a:solidFill>
                  <a:srgbClr val="002D52"/>
                </a:solidFill>
                <a:latin typeface="Arial"/>
                <a:ea typeface="Arial"/>
                <a:cs typeface="Arial"/>
              </a:defRPr>
            </a:lvl3pPr>
            <a:lvl4pPr>
              <a:defRPr sz="2250" b="1">
                <a:solidFill>
                  <a:srgbClr val="002D52"/>
                </a:solidFill>
                <a:latin typeface="Arial"/>
                <a:ea typeface="Arial"/>
                <a:cs typeface="Arial"/>
              </a:defRPr>
            </a:lvl4pPr>
            <a:lvl5pPr>
              <a:defRPr sz="2250" b="1">
                <a:solidFill>
                  <a:srgbClr val="002D52"/>
                </a:solidFill>
                <a:latin typeface="Arial"/>
                <a:ea typeface="Arial"/>
                <a:cs typeface="Arial"/>
              </a:defRPr>
            </a:lvl5pPr>
            <a:lvl6pPr>
              <a:defRPr sz="2250" b="1">
                <a:solidFill>
                  <a:srgbClr val="002D52"/>
                </a:solidFill>
                <a:latin typeface="Arial"/>
                <a:ea typeface="Arial"/>
                <a:cs typeface="Arial"/>
              </a:defRPr>
            </a:lvl6pPr>
            <a:lvl7pPr>
              <a:defRPr sz="2250" b="1">
                <a:solidFill>
                  <a:srgbClr val="002D52"/>
                </a:solidFill>
                <a:latin typeface="Arial"/>
                <a:ea typeface="Arial"/>
                <a:cs typeface="Arial"/>
              </a:defRPr>
            </a:lvl7pPr>
            <a:lvl8pPr>
              <a:defRPr sz="2250" b="1">
                <a:solidFill>
                  <a:srgbClr val="002D52"/>
                </a:solidFill>
                <a:latin typeface="Arial"/>
                <a:ea typeface="Arial"/>
                <a:cs typeface="Arial"/>
              </a:defRPr>
            </a:lvl8pPr>
            <a:lvl9pPr>
              <a:defRPr sz="2250" b="1">
                <a:solidFill>
                  <a:srgbClr val="002D52"/>
                </a:solidFill>
                <a:latin typeface="Arial"/>
                <a:ea typeface="Arial"/>
                <a:cs typeface="Arial"/>
              </a:defRPr>
            </a:lvl9pPr>
          </a:lstStyle>
          <a:p xmlns:a="http://schemas.openxmlformats.org/drawingml/2006/main">
            <a:pPr>
              <a:defRPr sz="2250" b="1">
                <a:solidFill>
                  <a:srgbClr val="002D52"/>
                </a:solidFill>
                <a:latin typeface="Arial"/>
                <a:ea typeface="Arial"/>
                <a:cs typeface="Arial"/>
              </a:defRPr>
            </a:pPr>
            <a:r>
              <a:rPr sz="2250" b="1">
                <a:solidFill>
                  <a:srgbClr val="002D52"/>
                </a:solidFill>
                <a:latin typeface="Arial"/>
                <a:ea typeface="Arial"/>
                <a:cs typeface="Arial"/>
              </a:rPr>
              <a:t>Example copy: “The clue is on screen. Who is behind the mask?”</a:t>
            </a:r>
          </a:p>
        </p:txBody>
      </p:sp>
      <p:sp>
        <p:nvSpPr>
          <p:cNvPr id="10" name="">
            <a:extLst xmlns:a="http://schemas.openxmlformats.org/drawingml/2006/main">
              <a:ext uri="{FF2B5EF4-FFF2-40B4-BE49-F238E27FC236}">
                <a16:creationId xmlns:a16="http://schemas.microsoft.com/office/drawing/2014/main" id="{55AD9125-8DB4-410D-9725-2A680DDA3282}"/>
              </a:ext>
            </a:extLst>
          </p:cNvPr>
          <p:cNvSpPr>
            <a:spLocks xmlns:a="http://schemas.openxmlformats.org/drawingml/2006/main" noGrp="1"/>
          </p:cNvSpPr>
          <p:nvPr/>
        </p:nvSpPr>
        <p:spPr>
          <a:xfrm xmlns:a="http://schemas.openxmlformats.org/drawingml/2006/main">
            <a:off x="609600" y="561022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979"/>
                </a:solidFill>
                <a:latin typeface="Arial"/>
                <a:ea typeface="Arial"/>
                <a:cs typeface="Arial"/>
              </a:defRPr>
            </a:defPPr>
            <a:lvl1pPr>
              <a:defRPr sz="1650" b="0">
                <a:solidFill>
                  <a:srgbClr val="536979"/>
                </a:solidFill>
                <a:latin typeface="Arial"/>
                <a:ea typeface="Arial"/>
                <a:cs typeface="Arial"/>
              </a:defRPr>
            </a:lvl1pPr>
            <a:lvl2pPr>
              <a:defRPr sz="1650" b="0">
                <a:solidFill>
                  <a:srgbClr val="536979"/>
                </a:solidFill>
                <a:latin typeface="Arial"/>
                <a:ea typeface="Arial"/>
                <a:cs typeface="Arial"/>
              </a:defRPr>
            </a:lvl2pPr>
            <a:lvl3pPr>
              <a:defRPr sz="1650" b="0">
                <a:solidFill>
                  <a:srgbClr val="536979"/>
                </a:solidFill>
                <a:latin typeface="Arial"/>
                <a:ea typeface="Arial"/>
                <a:cs typeface="Arial"/>
              </a:defRPr>
            </a:lvl3pPr>
            <a:lvl4pPr>
              <a:defRPr sz="1650" b="0">
                <a:solidFill>
                  <a:srgbClr val="536979"/>
                </a:solidFill>
                <a:latin typeface="Arial"/>
                <a:ea typeface="Arial"/>
                <a:cs typeface="Arial"/>
              </a:defRPr>
            </a:lvl4pPr>
            <a:lvl5pPr>
              <a:defRPr sz="1650" b="0">
                <a:solidFill>
                  <a:srgbClr val="536979"/>
                </a:solidFill>
                <a:latin typeface="Arial"/>
                <a:ea typeface="Arial"/>
                <a:cs typeface="Arial"/>
              </a:defRPr>
            </a:lvl5pPr>
            <a:lvl6pPr>
              <a:defRPr sz="1650" b="0">
                <a:solidFill>
                  <a:srgbClr val="536979"/>
                </a:solidFill>
                <a:latin typeface="Arial"/>
                <a:ea typeface="Arial"/>
                <a:cs typeface="Arial"/>
              </a:defRPr>
            </a:lvl6pPr>
            <a:lvl7pPr>
              <a:defRPr sz="1650" b="0">
                <a:solidFill>
                  <a:srgbClr val="536979"/>
                </a:solidFill>
                <a:latin typeface="Arial"/>
                <a:ea typeface="Arial"/>
                <a:cs typeface="Arial"/>
              </a:defRPr>
            </a:lvl7pPr>
            <a:lvl8pPr>
              <a:defRPr sz="1650" b="0">
                <a:solidFill>
                  <a:srgbClr val="536979"/>
                </a:solidFill>
                <a:latin typeface="Arial"/>
                <a:ea typeface="Arial"/>
                <a:cs typeface="Arial"/>
              </a:defRPr>
            </a:lvl8pPr>
            <a:lvl9pPr>
              <a:defRPr sz="1650" b="0">
                <a:solidFill>
                  <a:srgbClr val="536979"/>
                </a:solidFill>
                <a:latin typeface="Arial"/>
                <a:ea typeface="Arial"/>
                <a:cs typeface="Arial"/>
              </a:defRPr>
            </a:lvl9pPr>
          </a:lstStyle>
          <a:p xmlns:a="http://schemas.openxmlformats.org/drawingml/2006/main">
            <a:pPr>
              <a:defRPr sz="1650" b="0">
                <a:solidFill>
                  <a:srgbClr val="536979"/>
                </a:solidFill>
                <a:latin typeface="Arial"/>
                <a:ea typeface="Arial"/>
                <a:cs typeface="Arial"/>
              </a:defRPr>
            </a:pPr>
            <a:r>
              <a:rPr sz="1650" b="0">
                <a:solidFill>
                  <a:srgbClr val="536979"/>
                </a:solidFill>
                <a:latin typeface="Arial"/>
                <a:ea typeface="Arial"/>
                <a:cs typeface="Arial"/>
              </a:rPr>
              <a:t>Test clue-first vs. performance-first edits from the same episode. Same length, CTA and distribution.</a:t>
            </a:r>
          </a:p>
          <a:p xmlns:a="http://schemas.openxmlformats.org/drawingml/2006/main">
            <a:pPr>
              <a:defRPr sz="1650" b="0">
                <a:solidFill>
                  <a:srgbClr val="536979"/>
                </a:solidFill>
                <a:latin typeface="Arial"/>
                <a:ea typeface="Arial"/>
                <a:cs typeface="Arial"/>
              </a:defRPr>
            </a:pPr>
            <a:r>
              <a:rPr sz="1650" b="0">
                <a:solidFill>
                  <a:srgbClr val="536979"/>
                </a:solidFill>
                <a:latin typeface="Arial"/>
                <a:ea typeface="Arial"/>
                <a:cs typeface="Arial"/>
              </a:rPr>
              <a:t>Primary outcome: qualified episode-page visits / 1,000 impressions. Spoiler complaints are a guardrail.</a:t>
            </a:r>
          </a:p>
        </p:txBody>
      </p:sp>
    </p:spTree>
    <p:extLst>
      <p:ext uri="{BB962C8B-B14F-4D97-AF65-F5344CB8AC3E}">
        <p14:creationId xmlns:p14="http://schemas.microsoft.com/office/powerpoint/2010/main" val="20232431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225F47-D6E7-46A2-BDC3-CC29F01779FA}"/>
              </a:ext>
            </a:extLst>
          </p:cNvPr>
          <p:cNvSpPr>
            <a:spLocks xmlns:a="http://schemas.openxmlformats.org/drawingml/2006/main" noGrp="1"/>
          </p:cNvSpPr>
          <p:nvPr/>
        </p:nvSpPr>
        <p:spPr>
          <a:xfrm xmlns:a="http://schemas.openxmlformats.org/drawingml/2006/main">
            <a:off x="609600" y="400050"/>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67B9"/>
                </a:solidFill>
                <a:latin typeface="Arial"/>
                <a:ea typeface="Arial"/>
                <a:cs typeface="Arial"/>
              </a:defRPr>
            </a:defPPr>
            <a:lvl1pPr>
              <a:defRPr sz="1125" b="1">
                <a:solidFill>
                  <a:srgbClr val="0067B9"/>
                </a:solidFill>
                <a:latin typeface="Arial"/>
                <a:ea typeface="Arial"/>
                <a:cs typeface="Arial"/>
              </a:defRPr>
            </a:lvl1pPr>
            <a:lvl2pPr>
              <a:defRPr sz="1125" b="1">
                <a:solidFill>
                  <a:srgbClr val="0067B9"/>
                </a:solidFill>
                <a:latin typeface="Arial"/>
                <a:ea typeface="Arial"/>
                <a:cs typeface="Arial"/>
              </a:defRPr>
            </a:lvl2pPr>
            <a:lvl3pPr>
              <a:defRPr sz="1125" b="1">
                <a:solidFill>
                  <a:srgbClr val="0067B9"/>
                </a:solidFill>
                <a:latin typeface="Arial"/>
                <a:ea typeface="Arial"/>
                <a:cs typeface="Arial"/>
              </a:defRPr>
            </a:lvl3pPr>
            <a:lvl4pPr>
              <a:defRPr sz="1125" b="1">
                <a:solidFill>
                  <a:srgbClr val="0067B9"/>
                </a:solidFill>
                <a:latin typeface="Arial"/>
                <a:ea typeface="Arial"/>
                <a:cs typeface="Arial"/>
              </a:defRPr>
            </a:lvl4pPr>
            <a:lvl5pPr>
              <a:defRPr sz="1125" b="1">
                <a:solidFill>
                  <a:srgbClr val="0067B9"/>
                </a:solidFill>
                <a:latin typeface="Arial"/>
                <a:ea typeface="Arial"/>
                <a:cs typeface="Arial"/>
              </a:defRPr>
            </a:lvl5pPr>
            <a:lvl6pPr>
              <a:defRPr sz="1125" b="1">
                <a:solidFill>
                  <a:srgbClr val="0067B9"/>
                </a:solidFill>
                <a:latin typeface="Arial"/>
                <a:ea typeface="Arial"/>
                <a:cs typeface="Arial"/>
              </a:defRPr>
            </a:lvl6pPr>
            <a:lvl7pPr>
              <a:defRPr sz="1125" b="1">
                <a:solidFill>
                  <a:srgbClr val="0067B9"/>
                </a:solidFill>
                <a:latin typeface="Arial"/>
                <a:ea typeface="Arial"/>
                <a:cs typeface="Arial"/>
              </a:defRPr>
            </a:lvl7pPr>
            <a:lvl8pPr>
              <a:defRPr sz="1125" b="1">
                <a:solidFill>
                  <a:srgbClr val="0067B9"/>
                </a:solidFill>
                <a:latin typeface="Arial"/>
                <a:ea typeface="Arial"/>
                <a:cs typeface="Arial"/>
              </a:defRPr>
            </a:lvl8pPr>
            <a:lvl9pPr>
              <a:defRPr sz="1125" b="1">
                <a:solidFill>
                  <a:srgbClr val="0067B9"/>
                </a:solidFill>
                <a:latin typeface="Arial"/>
                <a:ea typeface="Arial"/>
                <a:cs typeface="Arial"/>
              </a:defRPr>
            </a:lvl9pPr>
          </a:lstStyle>
          <a:p xmlns:a="http://schemas.openxmlformats.org/drawingml/2006/main">
            <a:pPr>
              <a:defRPr sz="1125" b="1">
                <a:solidFill>
                  <a:srgbClr val="0067B9"/>
                </a:solidFill>
                <a:latin typeface="Arial"/>
                <a:ea typeface="Arial"/>
                <a:cs typeface="Arial"/>
              </a:defRPr>
            </a:pPr>
            <a:r>
              <a:rPr sz="1125" b="1">
                <a:solidFill>
                  <a:srgbClr val="0067B9"/>
                </a:solidFill>
                <a:latin typeface="Arial"/>
                <a:ea typeface="Arial"/>
                <a:cs typeface="Arial"/>
              </a:rPr>
              <a:t>PROPOSAL / THE FLOOR</a:t>
            </a:r>
          </a:p>
        </p:txBody>
      </p:sp>
      <p:sp>
        <p:nvSpPr>
          <p:cNvPr id="2" name="">
            <a:extLst xmlns:a="http://schemas.openxmlformats.org/drawingml/2006/main">
              <a:ext uri="{FF2B5EF4-FFF2-40B4-BE49-F238E27FC236}">
                <a16:creationId xmlns:a16="http://schemas.microsoft.com/office/drawing/2014/main" id="{9EAB383E-7050-4783-A1E9-BDC46D56B4A6}"/>
              </a:ext>
            </a:extLst>
          </p:cNvPr>
          <p:cNvSpPr>
            <a:spLocks xmlns:a="http://schemas.openxmlformats.org/drawingml/2006/main" noGrp="1"/>
          </p:cNvSpPr>
          <p:nvPr/>
        </p:nvSpPr>
        <p:spPr>
          <a:xfrm xmlns:a="http://schemas.openxmlformats.org/drawingml/2006/main">
            <a:off x="609600" y="100012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2D52"/>
                </a:solidFill>
                <a:latin typeface="Arial"/>
                <a:ea typeface="Arial"/>
                <a:cs typeface="Arial"/>
              </a:defRPr>
            </a:defPPr>
            <a:lvl1pPr>
              <a:defRPr sz="3225" b="1">
                <a:solidFill>
                  <a:srgbClr val="002D52"/>
                </a:solidFill>
                <a:latin typeface="Arial"/>
                <a:ea typeface="Arial"/>
                <a:cs typeface="Arial"/>
              </a:defRPr>
            </a:lvl1pPr>
            <a:lvl2pPr>
              <a:defRPr sz="3225" b="1">
                <a:solidFill>
                  <a:srgbClr val="002D52"/>
                </a:solidFill>
                <a:latin typeface="Arial"/>
                <a:ea typeface="Arial"/>
                <a:cs typeface="Arial"/>
              </a:defRPr>
            </a:lvl2pPr>
            <a:lvl3pPr>
              <a:defRPr sz="3225" b="1">
                <a:solidFill>
                  <a:srgbClr val="002D52"/>
                </a:solidFill>
                <a:latin typeface="Arial"/>
                <a:ea typeface="Arial"/>
                <a:cs typeface="Arial"/>
              </a:defRPr>
            </a:lvl3pPr>
            <a:lvl4pPr>
              <a:defRPr sz="3225" b="1">
                <a:solidFill>
                  <a:srgbClr val="002D52"/>
                </a:solidFill>
                <a:latin typeface="Arial"/>
                <a:ea typeface="Arial"/>
                <a:cs typeface="Arial"/>
              </a:defRPr>
            </a:lvl4pPr>
            <a:lvl5pPr>
              <a:defRPr sz="3225" b="1">
                <a:solidFill>
                  <a:srgbClr val="002D52"/>
                </a:solidFill>
                <a:latin typeface="Arial"/>
                <a:ea typeface="Arial"/>
                <a:cs typeface="Arial"/>
              </a:defRPr>
            </a:lvl5pPr>
            <a:lvl6pPr>
              <a:defRPr sz="3225" b="1">
                <a:solidFill>
                  <a:srgbClr val="002D52"/>
                </a:solidFill>
                <a:latin typeface="Arial"/>
                <a:ea typeface="Arial"/>
                <a:cs typeface="Arial"/>
              </a:defRPr>
            </a:lvl6pPr>
            <a:lvl7pPr>
              <a:defRPr sz="3225" b="1">
                <a:solidFill>
                  <a:srgbClr val="002D52"/>
                </a:solidFill>
                <a:latin typeface="Arial"/>
                <a:ea typeface="Arial"/>
                <a:cs typeface="Arial"/>
              </a:defRPr>
            </a:lvl7pPr>
            <a:lvl8pPr>
              <a:defRPr sz="3225" b="1">
                <a:solidFill>
                  <a:srgbClr val="002D52"/>
                </a:solidFill>
                <a:latin typeface="Arial"/>
                <a:ea typeface="Arial"/>
                <a:cs typeface="Arial"/>
              </a:defRPr>
            </a:lvl8pPr>
            <a:lvl9pPr>
              <a:defRPr sz="3225" b="1">
                <a:solidFill>
                  <a:srgbClr val="002D52"/>
                </a:solidFill>
                <a:latin typeface="Arial"/>
                <a:ea typeface="Arial"/>
                <a:cs typeface="Arial"/>
              </a:defRPr>
            </a:lvl9pPr>
          </a:lstStyle>
          <a:p xmlns:a="http://schemas.openxmlformats.org/drawingml/2006/main">
            <a:pPr>
              <a:defRPr sz="3225" b="1">
                <a:solidFill>
                  <a:srgbClr val="002D52"/>
                </a:solidFill>
                <a:latin typeface="Arial"/>
                <a:ea typeface="Arial"/>
                <a:cs typeface="Arial"/>
              </a:defRPr>
            </a:pPr>
            <a:r>
              <a:rPr sz="3225" b="1">
                <a:solidFill>
                  <a:srgbClr val="002D52"/>
                </a:solidFill>
                <a:latin typeface="Arial"/>
                <a:ea typeface="Arial"/>
                <a:cs typeface="Arial"/>
              </a:rPr>
              <a:t>A playable category makes the premise immediate</a:t>
            </a:r>
          </a:p>
        </p:txBody>
      </p:sp>
      <p:sp>
        <p:nvSpPr>
          <p:cNvPr id="3" name="">
            <a:extLst xmlns:a="http://schemas.openxmlformats.org/drawingml/2006/main">
              <a:ext uri="{FF2B5EF4-FFF2-40B4-BE49-F238E27FC236}">
                <a16:creationId xmlns:a16="http://schemas.microsoft.com/office/drawing/2014/main" id="{ABE852AA-8E5C-40C4-A62E-E1BCB75FA324}"/>
              </a:ext>
            </a:extLst>
          </p:cNvPr>
          <p:cNvSpPr>
            <a:spLocks xmlns:a="http://schemas.openxmlformats.org/drawingml/2006/main" noGrp="1"/>
          </p:cNvSpPr>
          <p:nvPr/>
        </p:nvSpPr>
        <p:spPr>
          <a:xfrm xmlns:a="http://schemas.openxmlformats.org/drawingml/2006/main">
            <a:off x="609600" y="6448425"/>
            <a:ext cx="9715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36979"/>
                </a:solidFill>
                <a:latin typeface="Arial"/>
                <a:ea typeface="Arial"/>
                <a:cs typeface="Arial"/>
              </a:defRPr>
            </a:defPPr>
            <a:lvl1pPr>
              <a:defRPr sz="900" b="0">
                <a:solidFill>
                  <a:srgbClr val="536979"/>
                </a:solidFill>
                <a:latin typeface="Arial"/>
                <a:ea typeface="Arial"/>
                <a:cs typeface="Arial"/>
              </a:defRPr>
            </a:lvl1pPr>
            <a:lvl2pPr>
              <a:defRPr sz="900" b="0">
                <a:solidFill>
                  <a:srgbClr val="536979"/>
                </a:solidFill>
                <a:latin typeface="Arial"/>
                <a:ea typeface="Arial"/>
                <a:cs typeface="Arial"/>
              </a:defRPr>
            </a:lvl2pPr>
            <a:lvl3pPr>
              <a:defRPr sz="900" b="0">
                <a:solidFill>
                  <a:srgbClr val="536979"/>
                </a:solidFill>
                <a:latin typeface="Arial"/>
                <a:ea typeface="Arial"/>
                <a:cs typeface="Arial"/>
              </a:defRPr>
            </a:lvl3pPr>
            <a:lvl4pPr>
              <a:defRPr sz="900" b="0">
                <a:solidFill>
                  <a:srgbClr val="536979"/>
                </a:solidFill>
                <a:latin typeface="Arial"/>
                <a:ea typeface="Arial"/>
                <a:cs typeface="Arial"/>
              </a:defRPr>
            </a:lvl4pPr>
            <a:lvl5pPr>
              <a:defRPr sz="900" b="0">
                <a:solidFill>
                  <a:srgbClr val="536979"/>
                </a:solidFill>
                <a:latin typeface="Arial"/>
                <a:ea typeface="Arial"/>
                <a:cs typeface="Arial"/>
              </a:defRPr>
            </a:lvl5pPr>
            <a:lvl6pPr>
              <a:defRPr sz="900" b="0">
                <a:solidFill>
                  <a:srgbClr val="536979"/>
                </a:solidFill>
                <a:latin typeface="Arial"/>
                <a:ea typeface="Arial"/>
                <a:cs typeface="Arial"/>
              </a:defRPr>
            </a:lvl6pPr>
            <a:lvl7pPr>
              <a:defRPr sz="900" b="0">
                <a:solidFill>
                  <a:srgbClr val="536979"/>
                </a:solidFill>
                <a:latin typeface="Arial"/>
                <a:ea typeface="Arial"/>
                <a:cs typeface="Arial"/>
              </a:defRPr>
            </a:lvl7pPr>
            <a:lvl8pPr>
              <a:defRPr sz="900" b="0">
                <a:solidFill>
                  <a:srgbClr val="536979"/>
                </a:solidFill>
                <a:latin typeface="Arial"/>
                <a:ea typeface="Arial"/>
                <a:cs typeface="Arial"/>
              </a:defRPr>
            </a:lvl8pPr>
            <a:lvl9pPr>
              <a:defRPr sz="900" b="0">
                <a:solidFill>
                  <a:srgbClr val="536979"/>
                </a:solidFill>
                <a:latin typeface="Arial"/>
                <a:ea typeface="Arial"/>
                <a:cs typeface="Arial"/>
              </a:defRPr>
            </a:lvl9pPr>
          </a:lstStyle>
          <a:p xmlns:a="http://schemas.openxmlformats.org/drawingml/2006/main">
            <a:pPr>
              <a:defRPr sz="900" b="0">
                <a:solidFill>
                  <a:srgbClr val="536979"/>
                </a:solidFill>
                <a:latin typeface="Arial"/>
                <a:ea typeface="Arial"/>
                <a:cs typeface="Arial"/>
              </a:defRPr>
            </a:pPr>
            <a:r>
              <a:rPr sz="900" b="0">
                <a:solidFill>
                  <a:srgbClr val="536979"/>
                </a:solidFill>
                <a:latin typeface="Arial"/>
                <a:ea typeface="Arial"/>
                <a:cs typeface="Arial"/>
              </a:rPr>
              <a:t>BEYOND THE SCREEN / INDEPENDENT PROJECT</a:t>
            </a:r>
          </a:p>
        </p:txBody>
      </p:sp>
      <p:sp>
        <p:nvSpPr>
          <p:cNvPr id="4" name="">
            <a:extLst xmlns:a="http://schemas.openxmlformats.org/drawingml/2006/main">
              <a:ext uri="{FF2B5EF4-FFF2-40B4-BE49-F238E27FC236}">
                <a16:creationId xmlns:a16="http://schemas.microsoft.com/office/drawing/2014/main" id="{15C1CF83-38F1-43F6-B48C-FB6DD5A04018}"/>
              </a:ext>
            </a:extLst>
          </p:cNvPr>
          <p:cNvSpPr>
            <a:spLocks xmlns:a="http://schemas.openxmlformats.org/drawingml/2006/main" noGrp="1"/>
          </p:cNvSpPr>
          <p:nvPr/>
        </p:nvSpPr>
        <p:spPr>
          <a:xfrm xmlns:a="http://schemas.openxmlformats.org/drawingml/2006/main">
            <a:off x="11049000" y="64103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067B9"/>
                </a:solidFill>
                <a:latin typeface="Arial"/>
                <a:ea typeface="Arial"/>
                <a:cs typeface="Arial"/>
              </a:defRPr>
            </a:defPPr>
            <a:lvl1pPr>
              <a:defRPr sz="1425" b="1">
                <a:solidFill>
                  <a:srgbClr val="0067B9"/>
                </a:solidFill>
                <a:latin typeface="Arial"/>
                <a:ea typeface="Arial"/>
                <a:cs typeface="Arial"/>
              </a:defRPr>
            </a:lvl1pPr>
            <a:lvl2pPr>
              <a:defRPr sz="1425" b="1">
                <a:solidFill>
                  <a:srgbClr val="0067B9"/>
                </a:solidFill>
                <a:latin typeface="Arial"/>
                <a:ea typeface="Arial"/>
                <a:cs typeface="Arial"/>
              </a:defRPr>
            </a:lvl2pPr>
            <a:lvl3pPr>
              <a:defRPr sz="1425" b="1">
                <a:solidFill>
                  <a:srgbClr val="0067B9"/>
                </a:solidFill>
                <a:latin typeface="Arial"/>
                <a:ea typeface="Arial"/>
                <a:cs typeface="Arial"/>
              </a:defRPr>
            </a:lvl3pPr>
            <a:lvl4pPr>
              <a:defRPr sz="1425" b="1">
                <a:solidFill>
                  <a:srgbClr val="0067B9"/>
                </a:solidFill>
                <a:latin typeface="Arial"/>
                <a:ea typeface="Arial"/>
                <a:cs typeface="Arial"/>
              </a:defRPr>
            </a:lvl4pPr>
            <a:lvl5pPr>
              <a:defRPr sz="1425" b="1">
                <a:solidFill>
                  <a:srgbClr val="0067B9"/>
                </a:solidFill>
                <a:latin typeface="Arial"/>
                <a:ea typeface="Arial"/>
                <a:cs typeface="Arial"/>
              </a:defRPr>
            </a:lvl5pPr>
            <a:lvl6pPr>
              <a:defRPr sz="1425" b="1">
                <a:solidFill>
                  <a:srgbClr val="0067B9"/>
                </a:solidFill>
                <a:latin typeface="Arial"/>
                <a:ea typeface="Arial"/>
                <a:cs typeface="Arial"/>
              </a:defRPr>
            </a:lvl6pPr>
            <a:lvl7pPr>
              <a:defRPr sz="1425" b="1">
                <a:solidFill>
                  <a:srgbClr val="0067B9"/>
                </a:solidFill>
                <a:latin typeface="Arial"/>
                <a:ea typeface="Arial"/>
                <a:cs typeface="Arial"/>
              </a:defRPr>
            </a:lvl7pPr>
            <a:lvl8pPr>
              <a:defRPr sz="1425" b="1">
                <a:solidFill>
                  <a:srgbClr val="0067B9"/>
                </a:solidFill>
                <a:latin typeface="Arial"/>
                <a:ea typeface="Arial"/>
                <a:cs typeface="Arial"/>
              </a:defRPr>
            </a:lvl8pPr>
            <a:lvl9pPr>
              <a:defRPr sz="1425" b="1">
                <a:solidFill>
                  <a:srgbClr val="0067B9"/>
                </a:solidFill>
                <a:latin typeface="Arial"/>
                <a:ea typeface="Arial"/>
                <a:cs typeface="Arial"/>
              </a:defRPr>
            </a:lvl9pPr>
          </a:lstStyle>
          <a:p xmlns:a="http://schemas.openxmlformats.org/drawingml/2006/main">
            <a:pPr>
              <a:defRPr sz="1425" b="1">
                <a:solidFill>
                  <a:srgbClr val="0067B9"/>
                </a:solidFill>
                <a:latin typeface="Arial"/>
                <a:ea typeface="Arial"/>
                <a:cs typeface="Arial"/>
              </a:defRPr>
            </a:pPr>
            <a:r>
              <a:rPr sz="1425" b="1">
                <a:solidFill>
                  <a:srgbClr val="0067B9"/>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9A0D9AFF-6A30-4514-960D-E641E54BC5F3}"/>
              </a:ext>
            </a:extLst>
          </p:cNvPr>
          <p:cNvSpPr>
            <a:spLocks xmlns:a="http://schemas.openxmlformats.org/drawingml/2006/main" noGrp="1"/>
          </p:cNvSpPr>
          <p:nvPr/>
        </p:nvSpPr>
        <p:spPr>
          <a:xfrm xmlns:a="http://schemas.openxmlformats.org/drawingml/2006/main">
            <a:off x="609600" y="22383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7B9"/>
                </a:solidFill>
                <a:latin typeface="Arial"/>
                <a:ea typeface="Arial"/>
                <a:cs typeface="Arial"/>
              </a:defRPr>
            </a:defPPr>
            <a:lvl1pPr>
              <a:defRPr sz="1875" b="1">
                <a:solidFill>
                  <a:srgbClr val="0067B9"/>
                </a:solidFill>
                <a:latin typeface="Arial"/>
                <a:ea typeface="Arial"/>
                <a:cs typeface="Arial"/>
              </a:defRPr>
            </a:lvl1pPr>
            <a:lvl2pPr>
              <a:defRPr sz="1875" b="1">
                <a:solidFill>
                  <a:srgbClr val="0067B9"/>
                </a:solidFill>
                <a:latin typeface="Arial"/>
                <a:ea typeface="Arial"/>
                <a:cs typeface="Arial"/>
              </a:defRPr>
            </a:lvl2pPr>
            <a:lvl3pPr>
              <a:defRPr sz="1875" b="1">
                <a:solidFill>
                  <a:srgbClr val="0067B9"/>
                </a:solidFill>
                <a:latin typeface="Arial"/>
                <a:ea typeface="Arial"/>
                <a:cs typeface="Arial"/>
              </a:defRPr>
            </a:lvl3pPr>
            <a:lvl4pPr>
              <a:defRPr sz="1875" b="1">
                <a:solidFill>
                  <a:srgbClr val="0067B9"/>
                </a:solidFill>
                <a:latin typeface="Arial"/>
                <a:ea typeface="Arial"/>
                <a:cs typeface="Arial"/>
              </a:defRPr>
            </a:lvl4pPr>
            <a:lvl5pPr>
              <a:defRPr sz="1875" b="1">
                <a:solidFill>
                  <a:srgbClr val="0067B9"/>
                </a:solidFill>
                <a:latin typeface="Arial"/>
                <a:ea typeface="Arial"/>
                <a:cs typeface="Arial"/>
              </a:defRPr>
            </a:lvl5pPr>
            <a:lvl6pPr>
              <a:defRPr sz="1875" b="1">
                <a:solidFill>
                  <a:srgbClr val="0067B9"/>
                </a:solidFill>
                <a:latin typeface="Arial"/>
                <a:ea typeface="Arial"/>
                <a:cs typeface="Arial"/>
              </a:defRPr>
            </a:lvl6pPr>
            <a:lvl7pPr>
              <a:defRPr sz="1875" b="1">
                <a:solidFill>
                  <a:srgbClr val="0067B9"/>
                </a:solidFill>
                <a:latin typeface="Arial"/>
                <a:ea typeface="Arial"/>
                <a:cs typeface="Arial"/>
              </a:defRPr>
            </a:lvl7pPr>
            <a:lvl8pPr>
              <a:defRPr sz="1875" b="1">
                <a:solidFill>
                  <a:srgbClr val="0067B9"/>
                </a:solidFill>
                <a:latin typeface="Arial"/>
                <a:ea typeface="Arial"/>
                <a:cs typeface="Arial"/>
              </a:defRPr>
            </a:lvl8pPr>
            <a:lvl9pPr>
              <a:defRPr sz="1875" b="1">
                <a:solidFill>
                  <a:srgbClr val="0067B9"/>
                </a:solidFill>
                <a:latin typeface="Arial"/>
                <a:ea typeface="Arial"/>
                <a:cs typeface="Arial"/>
              </a:defRPr>
            </a:lvl9pPr>
          </a:lstStyle>
          <a:p xmlns:a="http://schemas.openxmlformats.org/drawingml/2006/main">
            <a:pPr>
              <a:defRPr sz="1875" b="1">
                <a:solidFill>
                  <a:srgbClr val="0067B9"/>
                </a:solidFill>
                <a:latin typeface="Arial"/>
                <a:ea typeface="Arial"/>
                <a:cs typeface="Arial"/>
              </a:defRPr>
            </a:pPr>
            <a:r>
              <a:rPr sz="1875" b="1">
                <a:solidFill>
                  <a:srgbClr val="0067B9"/>
                </a:solidFill>
                <a:latin typeface="Arial"/>
                <a:ea typeface="Arial"/>
                <a:cs typeface="Arial"/>
              </a:rPr>
              <a:t>Creative concept</a:t>
            </a:r>
          </a:p>
        </p:txBody>
      </p:sp>
      <p:sp>
        <p:nvSpPr>
          <p:cNvPr id="6" name="">
            <a:extLst xmlns:a="http://schemas.openxmlformats.org/drawingml/2006/main">
              <a:ext uri="{FF2B5EF4-FFF2-40B4-BE49-F238E27FC236}">
                <a16:creationId xmlns:a16="http://schemas.microsoft.com/office/drawing/2014/main" id="{A71456F3-B5DC-4F78-8213-C11C5DEC52C8}"/>
              </a:ext>
            </a:extLst>
          </p:cNvPr>
          <p:cNvSpPr>
            <a:spLocks xmlns:a="http://schemas.openxmlformats.org/drawingml/2006/main" noGrp="1"/>
          </p:cNvSpPr>
          <p:nvPr/>
        </p:nvSpPr>
        <p:spPr>
          <a:xfrm xmlns:a="http://schemas.openxmlformats.org/drawingml/2006/main">
            <a:off x="609600" y="284797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02D52"/>
                </a:solidFill>
                <a:latin typeface="Arial"/>
                <a:ea typeface="Arial"/>
                <a:cs typeface="Arial"/>
              </a:defRPr>
            </a:defPPr>
            <a:lvl1pPr>
              <a:defRPr sz="1800" b="0">
                <a:solidFill>
                  <a:srgbClr val="002D52"/>
                </a:solidFill>
                <a:latin typeface="Arial"/>
                <a:ea typeface="Arial"/>
                <a:cs typeface="Arial"/>
              </a:defRPr>
            </a:lvl1pPr>
            <a:lvl2pPr>
              <a:defRPr sz="1800" b="0">
                <a:solidFill>
                  <a:srgbClr val="002D52"/>
                </a:solidFill>
                <a:latin typeface="Arial"/>
                <a:ea typeface="Arial"/>
                <a:cs typeface="Arial"/>
              </a:defRPr>
            </a:lvl2pPr>
            <a:lvl3pPr>
              <a:defRPr sz="1800" b="0">
                <a:solidFill>
                  <a:srgbClr val="002D52"/>
                </a:solidFill>
                <a:latin typeface="Arial"/>
                <a:ea typeface="Arial"/>
                <a:cs typeface="Arial"/>
              </a:defRPr>
            </a:lvl3pPr>
            <a:lvl4pPr>
              <a:defRPr sz="1800" b="0">
                <a:solidFill>
                  <a:srgbClr val="002D52"/>
                </a:solidFill>
                <a:latin typeface="Arial"/>
                <a:ea typeface="Arial"/>
                <a:cs typeface="Arial"/>
              </a:defRPr>
            </a:lvl4pPr>
            <a:lvl5pPr>
              <a:defRPr sz="1800" b="0">
                <a:solidFill>
                  <a:srgbClr val="002D52"/>
                </a:solidFill>
                <a:latin typeface="Arial"/>
                <a:ea typeface="Arial"/>
                <a:cs typeface="Arial"/>
              </a:defRPr>
            </a:lvl5pPr>
            <a:lvl6pPr>
              <a:defRPr sz="1800" b="0">
                <a:solidFill>
                  <a:srgbClr val="002D52"/>
                </a:solidFill>
                <a:latin typeface="Arial"/>
                <a:ea typeface="Arial"/>
                <a:cs typeface="Arial"/>
              </a:defRPr>
            </a:lvl6pPr>
            <a:lvl7pPr>
              <a:defRPr sz="1800" b="0">
                <a:solidFill>
                  <a:srgbClr val="002D52"/>
                </a:solidFill>
                <a:latin typeface="Arial"/>
                <a:ea typeface="Arial"/>
                <a:cs typeface="Arial"/>
              </a:defRPr>
            </a:lvl7pPr>
            <a:lvl8pPr>
              <a:defRPr sz="1800" b="0">
                <a:solidFill>
                  <a:srgbClr val="002D52"/>
                </a:solidFill>
                <a:latin typeface="Arial"/>
                <a:ea typeface="Arial"/>
                <a:cs typeface="Arial"/>
              </a:defRPr>
            </a:lvl8pPr>
            <a:lvl9pPr>
              <a:defRPr sz="1800" b="0">
                <a:solidFill>
                  <a:srgbClr val="002D52"/>
                </a:solidFill>
                <a:latin typeface="Arial"/>
                <a:ea typeface="Arial"/>
                <a:cs typeface="Arial"/>
              </a:defRPr>
            </a:lvl9pPr>
          </a:lstStyle>
          <a:p xmlns:a="http://schemas.openxmlformats.org/drawingml/2006/main">
            <a:pPr>
              <a:defRPr sz="1800" b="0">
                <a:solidFill>
                  <a:srgbClr val="002D52"/>
                </a:solidFill>
                <a:latin typeface="Arial"/>
                <a:ea typeface="Arial"/>
                <a:cs typeface="Arial"/>
              </a:defRPr>
            </a:pPr>
            <a:r>
              <a:rPr sz="1800" b="0">
                <a:solidFill>
                  <a:srgbClr val="002D52"/>
                </a:solidFill>
                <a:latin typeface="Arial"/>
                <a:ea typeface="Arial"/>
                <a:cs typeface="Arial"/>
              </a:rPr>
              <a:t>“Can you name it before the clock?”</a:t>
            </a:r>
          </a:p>
          <a:p xmlns:a="http://schemas.openxmlformats.org/drawingml/2006/main">
            <a:pPr>
              <a:defRPr sz="1800" b="0">
                <a:solidFill>
                  <a:srgbClr val="002D52"/>
                </a:solidFill>
                <a:latin typeface="Arial"/>
                <a:ea typeface="Arial"/>
                <a:cs typeface="Arial"/>
              </a:defRPr>
            </a:pPr>
            <a:r>
              <a:rPr sz="1800" b="0">
                <a:solidFill>
                  <a:srgbClr val="002D52"/>
                </a:solidFill>
                <a:latin typeface="Arial"/>
                <a:ea typeface="Arial"/>
                <a:cs typeface="Arial"/>
              </a:rPr>
              <a:t>A 20–30 second category challenge gives viewers time to answer before the contestant does.</a:t>
            </a:r>
          </a:p>
        </p:txBody>
      </p:sp>
      <p:sp>
        <p:nvSpPr>
          <p:cNvPr id="7" name="">
            <a:extLst xmlns:a="http://schemas.openxmlformats.org/drawingml/2006/main">
              <a:ext uri="{FF2B5EF4-FFF2-40B4-BE49-F238E27FC236}">
                <a16:creationId xmlns:a16="http://schemas.microsoft.com/office/drawing/2014/main" id="{069256FE-E044-4667-82A0-F953475AD5BC}"/>
              </a:ext>
            </a:extLst>
          </p:cNvPr>
          <p:cNvSpPr>
            <a:spLocks xmlns:a="http://schemas.openxmlformats.org/drawingml/2006/main" noGrp="1"/>
          </p:cNvSpPr>
          <p:nvPr/>
        </p:nvSpPr>
        <p:spPr>
          <a:xfrm xmlns:a="http://schemas.openxmlformats.org/drawingml/2006/main">
            <a:off x="6429375" y="223837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7B9"/>
                </a:solidFill>
                <a:latin typeface="Arial"/>
                <a:ea typeface="Arial"/>
                <a:cs typeface="Arial"/>
              </a:defRPr>
            </a:defPPr>
            <a:lvl1pPr>
              <a:defRPr sz="1875" b="1">
                <a:solidFill>
                  <a:srgbClr val="0067B9"/>
                </a:solidFill>
                <a:latin typeface="Arial"/>
                <a:ea typeface="Arial"/>
                <a:cs typeface="Arial"/>
              </a:defRPr>
            </a:lvl1pPr>
            <a:lvl2pPr>
              <a:defRPr sz="1875" b="1">
                <a:solidFill>
                  <a:srgbClr val="0067B9"/>
                </a:solidFill>
                <a:latin typeface="Arial"/>
                <a:ea typeface="Arial"/>
                <a:cs typeface="Arial"/>
              </a:defRPr>
            </a:lvl2pPr>
            <a:lvl3pPr>
              <a:defRPr sz="1875" b="1">
                <a:solidFill>
                  <a:srgbClr val="0067B9"/>
                </a:solidFill>
                <a:latin typeface="Arial"/>
                <a:ea typeface="Arial"/>
                <a:cs typeface="Arial"/>
              </a:defRPr>
            </a:lvl3pPr>
            <a:lvl4pPr>
              <a:defRPr sz="1875" b="1">
                <a:solidFill>
                  <a:srgbClr val="0067B9"/>
                </a:solidFill>
                <a:latin typeface="Arial"/>
                <a:ea typeface="Arial"/>
                <a:cs typeface="Arial"/>
              </a:defRPr>
            </a:lvl4pPr>
            <a:lvl5pPr>
              <a:defRPr sz="1875" b="1">
                <a:solidFill>
                  <a:srgbClr val="0067B9"/>
                </a:solidFill>
                <a:latin typeface="Arial"/>
                <a:ea typeface="Arial"/>
                <a:cs typeface="Arial"/>
              </a:defRPr>
            </a:lvl5pPr>
            <a:lvl6pPr>
              <a:defRPr sz="1875" b="1">
                <a:solidFill>
                  <a:srgbClr val="0067B9"/>
                </a:solidFill>
                <a:latin typeface="Arial"/>
                <a:ea typeface="Arial"/>
                <a:cs typeface="Arial"/>
              </a:defRPr>
            </a:lvl6pPr>
            <a:lvl7pPr>
              <a:defRPr sz="1875" b="1">
                <a:solidFill>
                  <a:srgbClr val="0067B9"/>
                </a:solidFill>
                <a:latin typeface="Arial"/>
                <a:ea typeface="Arial"/>
                <a:cs typeface="Arial"/>
              </a:defRPr>
            </a:lvl7pPr>
            <a:lvl8pPr>
              <a:defRPr sz="1875" b="1">
                <a:solidFill>
                  <a:srgbClr val="0067B9"/>
                </a:solidFill>
                <a:latin typeface="Arial"/>
                <a:ea typeface="Arial"/>
                <a:cs typeface="Arial"/>
              </a:defRPr>
            </a:lvl8pPr>
            <a:lvl9pPr>
              <a:defRPr sz="1875" b="1">
                <a:solidFill>
                  <a:srgbClr val="0067B9"/>
                </a:solidFill>
                <a:latin typeface="Arial"/>
                <a:ea typeface="Arial"/>
                <a:cs typeface="Arial"/>
              </a:defRPr>
            </a:lvl9pPr>
          </a:lstStyle>
          <a:p xmlns:a="http://schemas.openxmlformats.org/drawingml/2006/main">
            <a:pPr>
              <a:defRPr sz="1875" b="1">
                <a:solidFill>
                  <a:srgbClr val="0067B9"/>
                </a:solidFill>
                <a:latin typeface="Arial"/>
                <a:ea typeface="Arial"/>
                <a:cs typeface="Arial"/>
              </a:defRPr>
            </a:pPr>
            <a:r>
              <a:rPr sz="1875" b="1">
                <a:solidFill>
                  <a:srgbClr val="0067B9"/>
                </a:solidFill>
                <a:latin typeface="Arial"/>
                <a:ea typeface="Arial"/>
                <a:cs typeface="Arial"/>
              </a:rPr>
              <a:t>Publishing treatment</a:t>
            </a:r>
          </a:p>
        </p:txBody>
      </p:sp>
      <p:sp>
        <p:nvSpPr>
          <p:cNvPr id="8" name="">
            <a:extLst xmlns:a="http://schemas.openxmlformats.org/drawingml/2006/main">
              <a:ext uri="{FF2B5EF4-FFF2-40B4-BE49-F238E27FC236}">
                <a16:creationId xmlns:a16="http://schemas.microsoft.com/office/drawing/2014/main" id="{65FD244D-718E-4166-BB8C-EADE80DA164C}"/>
              </a:ext>
            </a:extLst>
          </p:cNvPr>
          <p:cNvSpPr>
            <a:spLocks xmlns:a="http://schemas.openxmlformats.org/drawingml/2006/main" noGrp="1"/>
          </p:cNvSpPr>
          <p:nvPr/>
        </p:nvSpPr>
        <p:spPr>
          <a:xfrm xmlns:a="http://schemas.openxmlformats.org/drawingml/2006/main">
            <a:off x="6429375" y="284797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02D52"/>
                </a:solidFill>
                <a:latin typeface="Arial"/>
                <a:ea typeface="Arial"/>
                <a:cs typeface="Arial"/>
              </a:defRPr>
            </a:defPPr>
            <a:lvl1pPr>
              <a:defRPr sz="1800" b="0">
                <a:solidFill>
                  <a:srgbClr val="002D52"/>
                </a:solidFill>
                <a:latin typeface="Arial"/>
                <a:ea typeface="Arial"/>
                <a:cs typeface="Arial"/>
              </a:defRPr>
            </a:lvl1pPr>
            <a:lvl2pPr>
              <a:defRPr sz="1800" b="0">
                <a:solidFill>
                  <a:srgbClr val="002D52"/>
                </a:solidFill>
                <a:latin typeface="Arial"/>
                <a:ea typeface="Arial"/>
                <a:cs typeface="Arial"/>
              </a:defRPr>
            </a:lvl2pPr>
            <a:lvl3pPr>
              <a:defRPr sz="1800" b="0">
                <a:solidFill>
                  <a:srgbClr val="002D52"/>
                </a:solidFill>
                <a:latin typeface="Arial"/>
                <a:ea typeface="Arial"/>
                <a:cs typeface="Arial"/>
              </a:defRPr>
            </a:lvl3pPr>
            <a:lvl4pPr>
              <a:defRPr sz="1800" b="0">
                <a:solidFill>
                  <a:srgbClr val="002D52"/>
                </a:solidFill>
                <a:latin typeface="Arial"/>
                <a:ea typeface="Arial"/>
                <a:cs typeface="Arial"/>
              </a:defRPr>
            </a:lvl4pPr>
            <a:lvl5pPr>
              <a:defRPr sz="1800" b="0">
                <a:solidFill>
                  <a:srgbClr val="002D52"/>
                </a:solidFill>
                <a:latin typeface="Arial"/>
                <a:ea typeface="Arial"/>
                <a:cs typeface="Arial"/>
              </a:defRPr>
            </a:lvl5pPr>
            <a:lvl6pPr>
              <a:defRPr sz="1800" b="0">
                <a:solidFill>
                  <a:srgbClr val="002D52"/>
                </a:solidFill>
                <a:latin typeface="Arial"/>
                <a:ea typeface="Arial"/>
                <a:cs typeface="Arial"/>
              </a:defRPr>
            </a:lvl6pPr>
            <a:lvl7pPr>
              <a:defRPr sz="1800" b="0">
                <a:solidFill>
                  <a:srgbClr val="002D52"/>
                </a:solidFill>
                <a:latin typeface="Arial"/>
                <a:ea typeface="Arial"/>
                <a:cs typeface="Arial"/>
              </a:defRPr>
            </a:lvl7pPr>
            <a:lvl8pPr>
              <a:defRPr sz="1800" b="0">
                <a:solidFill>
                  <a:srgbClr val="002D52"/>
                </a:solidFill>
                <a:latin typeface="Arial"/>
                <a:ea typeface="Arial"/>
                <a:cs typeface="Arial"/>
              </a:defRPr>
            </a:lvl8pPr>
            <a:lvl9pPr>
              <a:defRPr sz="1800" b="0">
                <a:solidFill>
                  <a:srgbClr val="002D52"/>
                </a:solidFill>
                <a:latin typeface="Arial"/>
                <a:ea typeface="Arial"/>
                <a:cs typeface="Arial"/>
              </a:defRPr>
            </a:lvl9pPr>
          </a:lstStyle>
          <a:p xmlns:a="http://schemas.openxmlformats.org/drawingml/2006/main">
            <a:pPr>
              <a:defRPr sz="1800" b="0">
                <a:solidFill>
                  <a:srgbClr val="002D52"/>
                </a:solidFill>
                <a:latin typeface="Arial"/>
                <a:ea typeface="Arial"/>
                <a:cs typeface="Arial"/>
              </a:defRPr>
            </a:pPr>
            <a:r>
              <a:rPr sz="1800" b="0">
                <a:solidFill>
                  <a:srgbClr val="002D52"/>
                </a:solidFill>
                <a:latin typeface="Arial"/>
                <a:ea typeface="Arial"/>
                <a:cs typeface="Arial"/>
              </a:rPr>
              <a:t>Open with the category and one visual prompt. Keep answers accessible in captions. End with the episode destination and one clear CTA.</a:t>
            </a:r>
          </a:p>
        </p:txBody>
      </p:sp>
      <p:sp>
        <p:nvSpPr>
          <p:cNvPr id="9" name="">
            <a:extLst xmlns:a="http://schemas.openxmlformats.org/drawingml/2006/main">
              <a:ext uri="{FF2B5EF4-FFF2-40B4-BE49-F238E27FC236}">
                <a16:creationId xmlns:a16="http://schemas.microsoft.com/office/drawing/2014/main" id="{4DFA63F0-746E-4CB8-A8D4-8694D7F2C9CD}"/>
              </a:ext>
            </a:extLst>
          </p:cNvPr>
          <p:cNvSpPr>
            <a:spLocks xmlns:a="http://schemas.openxmlformats.org/drawingml/2006/main" noGrp="1"/>
          </p:cNvSpPr>
          <p:nvPr/>
        </p:nvSpPr>
        <p:spPr>
          <a:xfrm xmlns:a="http://schemas.openxmlformats.org/drawingml/2006/main">
            <a:off x="609600" y="481012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2D52"/>
                </a:solidFill>
                <a:latin typeface="Arial"/>
                <a:ea typeface="Arial"/>
                <a:cs typeface="Arial"/>
              </a:defRPr>
            </a:defPPr>
            <a:lvl1pPr>
              <a:defRPr sz="2250" b="1">
                <a:solidFill>
                  <a:srgbClr val="002D52"/>
                </a:solidFill>
                <a:latin typeface="Arial"/>
                <a:ea typeface="Arial"/>
                <a:cs typeface="Arial"/>
              </a:defRPr>
            </a:lvl1pPr>
            <a:lvl2pPr>
              <a:defRPr sz="2250" b="1">
                <a:solidFill>
                  <a:srgbClr val="002D52"/>
                </a:solidFill>
                <a:latin typeface="Arial"/>
                <a:ea typeface="Arial"/>
                <a:cs typeface="Arial"/>
              </a:defRPr>
            </a:lvl2pPr>
            <a:lvl3pPr>
              <a:defRPr sz="2250" b="1">
                <a:solidFill>
                  <a:srgbClr val="002D52"/>
                </a:solidFill>
                <a:latin typeface="Arial"/>
                <a:ea typeface="Arial"/>
                <a:cs typeface="Arial"/>
              </a:defRPr>
            </a:lvl3pPr>
            <a:lvl4pPr>
              <a:defRPr sz="2250" b="1">
                <a:solidFill>
                  <a:srgbClr val="002D52"/>
                </a:solidFill>
                <a:latin typeface="Arial"/>
                <a:ea typeface="Arial"/>
                <a:cs typeface="Arial"/>
              </a:defRPr>
            </a:lvl4pPr>
            <a:lvl5pPr>
              <a:defRPr sz="2250" b="1">
                <a:solidFill>
                  <a:srgbClr val="002D52"/>
                </a:solidFill>
                <a:latin typeface="Arial"/>
                <a:ea typeface="Arial"/>
                <a:cs typeface="Arial"/>
              </a:defRPr>
            </a:lvl5pPr>
            <a:lvl6pPr>
              <a:defRPr sz="2250" b="1">
                <a:solidFill>
                  <a:srgbClr val="002D52"/>
                </a:solidFill>
                <a:latin typeface="Arial"/>
                <a:ea typeface="Arial"/>
                <a:cs typeface="Arial"/>
              </a:defRPr>
            </a:lvl6pPr>
            <a:lvl7pPr>
              <a:defRPr sz="2250" b="1">
                <a:solidFill>
                  <a:srgbClr val="002D52"/>
                </a:solidFill>
                <a:latin typeface="Arial"/>
                <a:ea typeface="Arial"/>
                <a:cs typeface="Arial"/>
              </a:defRPr>
            </a:lvl7pPr>
            <a:lvl8pPr>
              <a:defRPr sz="2250" b="1">
                <a:solidFill>
                  <a:srgbClr val="002D52"/>
                </a:solidFill>
                <a:latin typeface="Arial"/>
                <a:ea typeface="Arial"/>
                <a:cs typeface="Arial"/>
              </a:defRPr>
            </a:lvl8pPr>
            <a:lvl9pPr>
              <a:defRPr sz="2250" b="1">
                <a:solidFill>
                  <a:srgbClr val="002D52"/>
                </a:solidFill>
                <a:latin typeface="Arial"/>
                <a:ea typeface="Arial"/>
                <a:cs typeface="Arial"/>
              </a:defRPr>
            </a:lvl9pPr>
          </a:lstStyle>
          <a:p xmlns:a="http://schemas.openxmlformats.org/drawingml/2006/main">
            <a:pPr>
              <a:defRPr sz="2250" b="1">
                <a:solidFill>
                  <a:srgbClr val="002D52"/>
                </a:solidFill>
                <a:latin typeface="Arial"/>
                <a:ea typeface="Arial"/>
                <a:cs typeface="Arial"/>
              </a:defRPr>
            </a:pPr>
            <a:r>
              <a:rPr sz="2250" b="1">
                <a:solidFill>
                  <a:srgbClr val="002D52"/>
                </a:solidFill>
                <a:latin typeface="Arial"/>
                <a:ea typeface="Arial"/>
                <a:cs typeface="Arial"/>
              </a:rPr>
              <a:t>Example copy: “Your category: movie titles. How many can you name?”</a:t>
            </a:r>
          </a:p>
        </p:txBody>
      </p:sp>
      <p:sp>
        <p:nvSpPr>
          <p:cNvPr id="10" name="">
            <a:extLst xmlns:a="http://schemas.openxmlformats.org/drawingml/2006/main">
              <a:ext uri="{FF2B5EF4-FFF2-40B4-BE49-F238E27FC236}">
                <a16:creationId xmlns:a16="http://schemas.microsoft.com/office/drawing/2014/main" id="{331076A5-03CD-45D2-AE06-3A70532E72DC}"/>
              </a:ext>
            </a:extLst>
          </p:cNvPr>
          <p:cNvSpPr>
            <a:spLocks xmlns:a="http://schemas.openxmlformats.org/drawingml/2006/main" noGrp="1"/>
          </p:cNvSpPr>
          <p:nvPr/>
        </p:nvSpPr>
        <p:spPr>
          <a:xfrm xmlns:a="http://schemas.openxmlformats.org/drawingml/2006/main">
            <a:off x="609600" y="56007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979"/>
                </a:solidFill>
                <a:latin typeface="Arial"/>
                <a:ea typeface="Arial"/>
                <a:cs typeface="Arial"/>
              </a:defRPr>
            </a:defPPr>
            <a:lvl1pPr>
              <a:defRPr sz="1650" b="0">
                <a:solidFill>
                  <a:srgbClr val="536979"/>
                </a:solidFill>
                <a:latin typeface="Arial"/>
                <a:ea typeface="Arial"/>
                <a:cs typeface="Arial"/>
              </a:defRPr>
            </a:lvl1pPr>
            <a:lvl2pPr>
              <a:defRPr sz="1650" b="0">
                <a:solidFill>
                  <a:srgbClr val="536979"/>
                </a:solidFill>
                <a:latin typeface="Arial"/>
                <a:ea typeface="Arial"/>
                <a:cs typeface="Arial"/>
              </a:defRPr>
            </a:lvl2pPr>
            <a:lvl3pPr>
              <a:defRPr sz="1650" b="0">
                <a:solidFill>
                  <a:srgbClr val="536979"/>
                </a:solidFill>
                <a:latin typeface="Arial"/>
                <a:ea typeface="Arial"/>
                <a:cs typeface="Arial"/>
              </a:defRPr>
            </a:lvl3pPr>
            <a:lvl4pPr>
              <a:defRPr sz="1650" b="0">
                <a:solidFill>
                  <a:srgbClr val="536979"/>
                </a:solidFill>
                <a:latin typeface="Arial"/>
                <a:ea typeface="Arial"/>
                <a:cs typeface="Arial"/>
              </a:defRPr>
            </a:lvl4pPr>
            <a:lvl5pPr>
              <a:defRPr sz="1650" b="0">
                <a:solidFill>
                  <a:srgbClr val="536979"/>
                </a:solidFill>
                <a:latin typeface="Arial"/>
                <a:ea typeface="Arial"/>
                <a:cs typeface="Arial"/>
              </a:defRPr>
            </a:lvl5pPr>
            <a:lvl6pPr>
              <a:defRPr sz="1650" b="0">
                <a:solidFill>
                  <a:srgbClr val="536979"/>
                </a:solidFill>
                <a:latin typeface="Arial"/>
                <a:ea typeface="Arial"/>
                <a:cs typeface="Arial"/>
              </a:defRPr>
            </a:lvl6pPr>
            <a:lvl7pPr>
              <a:defRPr sz="1650" b="0">
                <a:solidFill>
                  <a:srgbClr val="536979"/>
                </a:solidFill>
                <a:latin typeface="Arial"/>
                <a:ea typeface="Arial"/>
                <a:cs typeface="Arial"/>
              </a:defRPr>
            </a:lvl7pPr>
            <a:lvl8pPr>
              <a:defRPr sz="1650" b="0">
                <a:solidFill>
                  <a:srgbClr val="536979"/>
                </a:solidFill>
                <a:latin typeface="Arial"/>
                <a:ea typeface="Arial"/>
                <a:cs typeface="Arial"/>
              </a:defRPr>
            </a:lvl8pPr>
            <a:lvl9pPr>
              <a:defRPr sz="1650" b="0">
                <a:solidFill>
                  <a:srgbClr val="536979"/>
                </a:solidFill>
                <a:latin typeface="Arial"/>
                <a:ea typeface="Arial"/>
                <a:cs typeface="Arial"/>
              </a:defRPr>
            </a:lvl9pPr>
          </a:lstStyle>
          <a:p xmlns:a="http://schemas.openxmlformats.org/drawingml/2006/main">
            <a:pPr>
              <a:defRPr sz="1650" b="0">
                <a:solidFill>
                  <a:srgbClr val="536979"/>
                </a:solidFill>
                <a:latin typeface="Arial"/>
                <a:ea typeface="Arial"/>
                <a:cs typeface="Arial"/>
              </a:defRPr>
            </a:pPr>
            <a:r>
              <a:rPr sz="1650" b="0">
                <a:solidFill>
                  <a:srgbClr val="536979"/>
                </a:solidFill>
                <a:latin typeface="Arial"/>
                <a:ea typeface="Arial"/>
                <a:cs typeface="Arial"/>
              </a:rPr>
              <a:t>Test challenge-first vs. host-introduction edits from the same episode. Clear clip and image rights.</a:t>
            </a:r>
          </a:p>
          <a:p xmlns:a="http://schemas.openxmlformats.org/drawingml/2006/main">
            <a:pPr>
              <a:defRPr sz="1650" b="0">
                <a:solidFill>
                  <a:srgbClr val="536979"/>
                </a:solidFill>
                <a:latin typeface="Arial"/>
                <a:ea typeface="Arial"/>
                <a:cs typeface="Arial"/>
              </a:defRPr>
            </a:pPr>
            <a:r>
              <a:rPr sz="1650" b="0">
                <a:solidFill>
                  <a:srgbClr val="536979"/>
                </a:solidFill>
                <a:latin typeface="Arial"/>
                <a:ea typeface="Arial"/>
                <a:cs typeface="Arial"/>
              </a:rPr>
              <a:t>Primary outcome: qualified episode-page visits / 1,000 impressions. Completion rate is a diagnostic.</a:t>
            </a:r>
          </a:p>
        </p:txBody>
      </p:sp>
    </p:spTree>
    <p:extLst>
      <p:ext uri="{BB962C8B-B14F-4D97-AF65-F5344CB8AC3E}">
        <p14:creationId xmlns:p14="http://schemas.microsoft.com/office/powerpoint/2010/main" val="13888421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A1D9E7-1147-4BD8-A217-8C81EA48E358}"/>
              </a:ext>
            </a:extLst>
          </p:cNvPr>
          <p:cNvSpPr>
            <a:spLocks xmlns:a="http://schemas.openxmlformats.org/drawingml/2006/main" noGrp="1"/>
          </p:cNvSpPr>
          <p:nvPr/>
        </p:nvSpPr>
        <p:spPr>
          <a:xfrm xmlns:a="http://schemas.openxmlformats.org/drawingml/2006/main">
            <a:off x="609600" y="400050"/>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67B9"/>
                </a:solidFill>
                <a:latin typeface="Arial"/>
                <a:ea typeface="Arial"/>
                <a:cs typeface="Arial"/>
              </a:defRPr>
            </a:defPPr>
            <a:lvl1pPr>
              <a:defRPr sz="1125" b="1">
                <a:solidFill>
                  <a:srgbClr val="0067B9"/>
                </a:solidFill>
                <a:latin typeface="Arial"/>
                <a:ea typeface="Arial"/>
                <a:cs typeface="Arial"/>
              </a:defRPr>
            </a:lvl1pPr>
            <a:lvl2pPr>
              <a:defRPr sz="1125" b="1">
                <a:solidFill>
                  <a:srgbClr val="0067B9"/>
                </a:solidFill>
                <a:latin typeface="Arial"/>
                <a:ea typeface="Arial"/>
                <a:cs typeface="Arial"/>
              </a:defRPr>
            </a:lvl2pPr>
            <a:lvl3pPr>
              <a:defRPr sz="1125" b="1">
                <a:solidFill>
                  <a:srgbClr val="0067B9"/>
                </a:solidFill>
                <a:latin typeface="Arial"/>
                <a:ea typeface="Arial"/>
                <a:cs typeface="Arial"/>
              </a:defRPr>
            </a:lvl3pPr>
            <a:lvl4pPr>
              <a:defRPr sz="1125" b="1">
                <a:solidFill>
                  <a:srgbClr val="0067B9"/>
                </a:solidFill>
                <a:latin typeface="Arial"/>
                <a:ea typeface="Arial"/>
                <a:cs typeface="Arial"/>
              </a:defRPr>
            </a:lvl4pPr>
            <a:lvl5pPr>
              <a:defRPr sz="1125" b="1">
                <a:solidFill>
                  <a:srgbClr val="0067B9"/>
                </a:solidFill>
                <a:latin typeface="Arial"/>
                <a:ea typeface="Arial"/>
                <a:cs typeface="Arial"/>
              </a:defRPr>
            </a:lvl5pPr>
            <a:lvl6pPr>
              <a:defRPr sz="1125" b="1">
                <a:solidFill>
                  <a:srgbClr val="0067B9"/>
                </a:solidFill>
                <a:latin typeface="Arial"/>
                <a:ea typeface="Arial"/>
                <a:cs typeface="Arial"/>
              </a:defRPr>
            </a:lvl6pPr>
            <a:lvl7pPr>
              <a:defRPr sz="1125" b="1">
                <a:solidFill>
                  <a:srgbClr val="0067B9"/>
                </a:solidFill>
                <a:latin typeface="Arial"/>
                <a:ea typeface="Arial"/>
                <a:cs typeface="Arial"/>
              </a:defRPr>
            </a:lvl7pPr>
            <a:lvl8pPr>
              <a:defRPr sz="1125" b="1">
                <a:solidFill>
                  <a:srgbClr val="0067B9"/>
                </a:solidFill>
                <a:latin typeface="Arial"/>
                <a:ea typeface="Arial"/>
                <a:cs typeface="Arial"/>
              </a:defRPr>
            </a:lvl8pPr>
            <a:lvl9pPr>
              <a:defRPr sz="1125" b="1">
                <a:solidFill>
                  <a:srgbClr val="0067B9"/>
                </a:solidFill>
                <a:latin typeface="Arial"/>
                <a:ea typeface="Arial"/>
                <a:cs typeface="Arial"/>
              </a:defRPr>
            </a:lvl9pPr>
          </a:lstStyle>
          <a:p xmlns:a="http://schemas.openxmlformats.org/drawingml/2006/main">
            <a:pPr>
              <a:defRPr sz="1125" b="1">
                <a:solidFill>
                  <a:srgbClr val="0067B9"/>
                </a:solidFill>
                <a:latin typeface="Arial"/>
                <a:ea typeface="Arial"/>
                <a:cs typeface="Arial"/>
              </a:defRPr>
            </a:pPr>
            <a:r>
              <a:rPr sz="1125" b="1">
                <a:solidFill>
                  <a:srgbClr val="0067B9"/>
                </a:solidFill>
                <a:latin typeface="Arial"/>
                <a:ea typeface="Arial"/>
                <a:cs typeface="Arial"/>
              </a:rPr>
              <a:t>PROPOSAL / MEASUREMENT</a:t>
            </a:r>
          </a:p>
        </p:txBody>
      </p:sp>
      <p:sp>
        <p:nvSpPr>
          <p:cNvPr id="2" name="">
            <a:extLst xmlns:a="http://schemas.openxmlformats.org/drawingml/2006/main">
              <a:ext uri="{FF2B5EF4-FFF2-40B4-BE49-F238E27FC236}">
                <a16:creationId xmlns:a16="http://schemas.microsoft.com/office/drawing/2014/main" id="{19AA35A2-FB12-4753-AB92-6ED0E18B6B7D}"/>
              </a:ext>
            </a:extLst>
          </p:cNvPr>
          <p:cNvSpPr>
            <a:spLocks xmlns:a="http://schemas.openxmlformats.org/drawingml/2006/main" noGrp="1"/>
          </p:cNvSpPr>
          <p:nvPr/>
        </p:nvSpPr>
        <p:spPr>
          <a:xfrm xmlns:a="http://schemas.openxmlformats.org/drawingml/2006/main">
            <a:off x="609600" y="100012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2D52"/>
                </a:solidFill>
                <a:latin typeface="Arial"/>
                <a:ea typeface="Arial"/>
                <a:cs typeface="Arial"/>
              </a:defRPr>
            </a:defPPr>
            <a:lvl1pPr>
              <a:defRPr sz="3225" b="1">
                <a:solidFill>
                  <a:srgbClr val="002D52"/>
                </a:solidFill>
                <a:latin typeface="Arial"/>
                <a:ea typeface="Arial"/>
                <a:cs typeface="Arial"/>
              </a:defRPr>
            </a:lvl1pPr>
            <a:lvl2pPr>
              <a:defRPr sz="3225" b="1">
                <a:solidFill>
                  <a:srgbClr val="002D52"/>
                </a:solidFill>
                <a:latin typeface="Arial"/>
                <a:ea typeface="Arial"/>
                <a:cs typeface="Arial"/>
              </a:defRPr>
            </a:lvl2pPr>
            <a:lvl3pPr>
              <a:defRPr sz="3225" b="1">
                <a:solidFill>
                  <a:srgbClr val="002D52"/>
                </a:solidFill>
                <a:latin typeface="Arial"/>
                <a:ea typeface="Arial"/>
                <a:cs typeface="Arial"/>
              </a:defRPr>
            </a:lvl3pPr>
            <a:lvl4pPr>
              <a:defRPr sz="3225" b="1">
                <a:solidFill>
                  <a:srgbClr val="002D52"/>
                </a:solidFill>
                <a:latin typeface="Arial"/>
                <a:ea typeface="Arial"/>
                <a:cs typeface="Arial"/>
              </a:defRPr>
            </a:lvl4pPr>
            <a:lvl5pPr>
              <a:defRPr sz="3225" b="1">
                <a:solidFill>
                  <a:srgbClr val="002D52"/>
                </a:solidFill>
                <a:latin typeface="Arial"/>
                <a:ea typeface="Arial"/>
                <a:cs typeface="Arial"/>
              </a:defRPr>
            </a:lvl5pPr>
            <a:lvl6pPr>
              <a:defRPr sz="3225" b="1">
                <a:solidFill>
                  <a:srgbClr val="002D52"/>
                </a:solidFill>
                <a:latin typeface="Arial"/>
                <a:ea typeface="Arial"/>
                <a:cs typeface="Arial"/>
              </a:defRPr>
            </a:lvl6pPr>
            <a:lvl7pPr>
              <a:defRPr sz="3225" b="1">
                <a:solidFill>
                  <a:srgbClr val="002D52"/>
                </a:solidFill>
                <a:latin typeface="Arial"/>
                <a:ea typeface="Arial"/>
                <a:cs typeface="Arial"/>
              </a:defRPr>
            </a:lvl7pPr>
            <a:lvl8pPr>
              <a:defRPr sz="3225" b="1">
                <a:solidFill>
                  <a:srgbClr val="002D52"/>
                </a:solidFill>
                <a:latin typeface="Arial"/>
                <a:ea typeface="Arial"/>
                <a:cs typeface="Arial"/>
              </a:defRPr>
            </a:lvl8pPr>
            <a:lvl9pPr>
              <a:defRPr sz="3225" b="1">
                <a:solidFill>
                  <a:srgbClr val="002D52"/>
                </a:solidFill>
                <a:latin typeface="Arial"/>
                <a:ea typeface="Arial"/>
                <a:cs typeface="Arial"/>
              </a:defRPr>
            </a:lvl9pPr>
          </a:lstStyle>
          <a:p xmlns:a="http://schemas.openxmlformats.org/drawingml/2006/main">
            <a:pPr>
              <a:defRPr sz="3225" b="1">
                <a:solidFill>
                  <a:srgbClr val="002D52"/>
                </a:solidFill>
                <a:latin typeface="Arial"/>
                <a:ea typeface="Arial"/>
                <a:cs typeface="Arial"/>
              </a:defRPr>
            </a:pPr>
            <a:r>
              <a:rPr sz="3225" b="1">
                <a:solidFill>
                  <a:srgbClr val="002D52"/>
                </a:solidFill>
                <a:latin typeface="Arial"/>
                <a:ea typeface="Arial"/>
                <a:cs typeface="Arial"/>
              </a:rPr>
              <a:t>An experiment can connect creative choice to intent</a:t>
            </a:r>
          </a:p>
        </p:txBody>
      </p:sp>
      <p:sp>
        <p:nvSpPr>
          <p:cNvPr id="3" name="">
            <a:extLst xmlns:a="http://schemas.openxmlformats.org/drawingml/2006/main">
              <a:ext uri="{FF2B5EF4-FFF2-40B4-BE49-F238E27FC236}">
                <a16:creationId xmlns:a16="http://schemas.microsoft.com/office/drawing/2014/main" id="{9AB303E8-A7CA-4FE1-9E33-2FFCB2A70F94}"/>
              </a:ext>
            </a:extLst>
          </p:cNvPr>
          <p:cNvSpPr>
            <a:spLocks xmlns:a="http://schemas.openxmlformats.org/drawingml/2006/main" noGrp="1"/>
          </p:cNvSpPr>
          <p:nvPr/>
        </p:nvSpPr>
        <p:spPr>
          <a:xfrm xmlns:a="http://schemas.openxmlformats.org/drawingml/2006/main">
            <a:off x="609600" y="6448425"/>
            <a:ext cx="9715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36979"/>
                </a:solidFill>
                <a:latin typeface="Arial"/>
                <a:ea typeface="Arial"/>
                <a:cs typeface="Arial"/>
              </a:defRPr>
            </a:defPPr>
            <a:lvl1pPr>
              <a:defRPr sz="900" b="0">
                <a:solidFill>
                  <a:srgbClr val="536979"/>
                </a:solidFill>
                <a:latin typeface="Arial"/>
                <a:ea typeface="Arial"/>
                <a:cs typeface="Arial"/>
              </a:defRPr>
            </a:lvl1pPr>
            <a:lvl2pPr>
              <a:defRPr sz="900" b="0">
                <a:solidFill>
                  <a:srgbClr val="536979"/>
                </a:solidFill>
                <a:latin typeface="Arial"/>
                <a:ea typeface="Arial"/>
                <a:cs typeface="Arial"/>
              </a:defRPr>
            </a:lvl2pPr>
            <a:lvl3pPr>
              <a:defRPr sz="900" b="0">
                <a:solidFill>
                  <a:srgbClr val="536979"/>
                </a:solidFill>
                <a:latin typeface="Arial"/>
                <a:ea typeface="Arial"/>
                <a:cs typeface="Arial"/>
              </a:defRPr>
            </a:lvl3pPr>
            <a:lvl4pPr>
              <a:defRPr sz="900" b="0">
                <a:solidFill>
                  <a:srgbClr val="536979"/>
                </a:solidFill>
                <a:latin typeface="Arial"/>
                <a:ea typeface="Arial"/>
                <a:cs typeface="Arial"/>
              </a:defRPr>
            </a:lvl4pPr>
            <a:lvl5pPr>
              <a:defRPr sz="900" b="0">
                <a:solidFill>
                  <a:srgbClr val="536979"/>
                </a:solidFill>
                <a:latin typeface="Arial"/>
                <a:ea typeface="Arial"/>
                <a:cs typeface="Arial"/>
              </a:defRPr>
            </a:lvl5pPr>
            <a:lvl6pPr>
              <a:defRPr sz="900" b="0">
                <a:solidFill>
                  <a:srgbClr val="536979"/>
                </a:solidFill>
                <a:latin typeface="Arial"/>
                <a:ea typeface="Arial"/>
                <a:cs typeface="Arial"/>
              </a:defRPr>
            </a:lvl6pPr>
            <a:lvl7pPr>
              <a:defRPr sz="900" b="0">
                <a:solidFill>
                  <a:srgbClr val="536979"/>
                </a:solidFill>
                <a:latin typeface="Arial"/>
                <a:ea typeface="Arial"/>
                <a:cs typeface="Arial"/>
              </a:defRPr>
            </a:lvl7pPr>
            <a:lvl8pPr>
              <a:defRPr sz="900" b="0">
                <a:solidFill>
                  <a:srgbClr val="536979"/>
                </a:solidFill>
                <a:latin typeface="Arial"/>
                <a:ea typeface="Arial"/>
                <a:cs typeface="Arial"/>
              </a:defRPr>
            </a:lvl8pPr>
            <a:lvl9pPr>
              <a:defRPr sz="900" b="0">
                <a:solidFill>
                  <a:srgbClr val="536979"/>
                </a:solidFill>
                <a:latin typeface="Arial"/>
                <a:ea typeface="Arial"/>
                <a:cs typeface="Arial"/>
              </a:defRPr>
            </a:lvl9pPr>
          </a:lstStyle>
          <a:p xmlns:a="http://schemas.openxmlformats.org/drawingml/2006/main">
            <a:pPr>
              <a:defRPr sz="900" b="0">
                <a:solidFill>
                  <a:srgbClr val="536979"/>
                </a:solidFill>
                <a:latin typeface="Arial"/>
                <a:ea typeface="Arial"/>
                <a:cs typeface="Arial"/>
              </a:defRPr>
            </a:pPr>
            <a:r>
              <a:rPr sz="900" b="0">
                <a:solidFill>
                  <a:srgbClr val="536979"/>
                </a:solidFill>
                <a:latin typeface="Arial"/>
                <a:ea typeface="Arial"/>
                <a:cs typeface="Arial"/>
              </a:rPr>
              <a:t>BEYOND THE SCREEN / INDEPENDENT PROJECT</a:t>
            </a:r>
          </a:p>
        </p:txBody>
      </p:sp>
      <p:sp>
        <p:nvSpPr>
          <p:cNvPr id="4" name="">
            <a:extLst xmlns:a="http://schemas.openxmlformats.org/drawingml/2006/main">
              <a:ext uri="{FF2B5EF4-FFF2-40B4-BE49-F238E27FC236}">
                <a16:creationId xmlns:a16="http://schemas.microsoft.com/office/drawing/2014/main" id="{AF5E1198-33C5-4F1C-9768-AC9B4938FC21}"/>
              </a:ext>
            </a:extLst>
          </p:cNvPr>
          <p:cNvSpPr>
            <a:spLocks xmlns:a="http://schemas.openxmlformats.org/drawingml/2006/main" noGrp="1"/>
          </p:cNvSpPr>
          <p:nvPr/>
        </p:nvSpPr>
        <p:spPr>
          <a:xfrm xmlns:a="http://schemas.openxmlformats.org/drawingml/2006/main">
            <a:off x="11049000" y="64103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067B9"/>
                </a:solidFill>
                <a:latin typeface="Arial"/>
                <a:ea typeface="Arial"/>
                <a:cs typeface="Arial"/>
              </a:defRPr>
            </a:defPPr>
            <a:lvl1pPr>
              <a:defRPr sz="1425" b="1">
                <a:solidFill>
                  <a:srgbClr val="0067B9"/>
                </a:solidFill>
                <a:latin typeface="Arial"/>
                <a:ea typeface="Arial"/>
                <a:cs typeface="Arial"/>
              </a:defRPr>
            </a:lvl1pPr>
            <a:lvl2pPr>
              <a:defRPr sz="1425" b="1">
                <a:solidFill>
                  <a:srgbClr val="0067B9"/>
                </a:solidFill>
                <a:latin typeface="Arial"/>
                <a:ea typeface="Arial"/>
                <a:cs typeface="Arial"/>
              </a:defRPr>
            </a:lvl2pPr>
            <a:lvl3pPr>
              <a:defRPr sz="1425" b="1">
                <a:solidFill>
                  <a:srgbClr val="0067B9"/>
                </a:solidFill>
                <a:latin typeface="Arial"/>
                <a:ea typeface="Arial"/>
                <a:cs typeface="Arial"/>
              </a:defRPr>
            </a:lvl3pPr>
            <a:lvl4pPr>
              <a:defRPr sz="1425" b="1">
                <a:solidFill>
                  <a:srgbClr val="0067B9"/>
                </a:solidFill>
                <a:latin typeface="Arial"/>
                <a:ea typeface="Arial"/>
                <a:cs typeface="Arial"/>
              </a:defRPr>
            </a:lvl4pPr>
            <a:lvl5pPr>
              <a:defRPr sz="1425" b="1">
                <a:solidFill>
                  <a:srgbClr val="0067B9"/>
                </a:solidFill>
                <a:latin typeface="Arial"/>
                <a:ea typeface="Arial"/>
                <a:cs typeface="Arial"/>
              </a:defRPr>
            </a:lvl5pPr>
            <a:lvl6pPr>
              <a:defRPr sz="1425" b="1">
                <a:solidFill>
                  <a:srgbClr val="0067B9"/>
                </a:solidFill>
                <a:latin typeface="Arial"/>
                <a:ea typeface="Arial"/>
                <a:cs typeface="Arial"/>
              </a:defRPr>
            </a:lvl6pPr>
            <a:lvl7pPr>
              <a:defRPr sz="1425" b="1">
                <a:solidFill>
                  <a:srgbClr val="0067B9"/>
                </a:solidFill>
                <a:latin typeface="Arial"/>
                <a:ea typeface="Arial"/>
                <a:cs typeface="Arial"/>
              </a:defRPr>
            </a:lvl7pPr>
            <a:lvl8pPr>
              <a:defRPr sz="1425" b="1">
                <a:solidFill>
                  <a:srgbClr val="0067B9"/>
                </a:solidFill>
                <a:latin typeface="Arial"/>
                <a:ea typeface="Arial"/>
                <a:cs typeface="Arial"/>
              </a:defRPr>
            </a:lvl8pPr>
            <a:lvl9pPr>
              <a:defRPr sz="1425" b="1">
                <a:solidFill>
                  <a:srgbClr val="0067B9"/>
                </a:solidFill>
                <a:latin typeface="Arial"/>
                <a:ea typeface="Arial"/>
                <a:cs typeface="Arial"/>
              </a:defRPr>
            </a:lvl9pPr>
          </a:lstStyle>
          <a:p xmlns:a="http://schemas.openxmlformats.org/drawingml/2006/main">
            <a:pPr>
              <a:defRPr sz="1425" b="1">
                <a:solidFill>
                  <a:srgbClr val="0067B9"/>
                </a:solidFill>
                <a:latin typeface="Arial"/>
                <a:ea typeface="Arial"/>
                <a:cs typeface="Arial"/>
              </a:defRPr>
            </a:pPr>
            <a:r>
              <a:rPr sz="1425" b="1">
                <a:solidFill>
                  <a:srgbClr val="0067B9"/>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FDF5B116-33C5-42BC-AEB5-FA2A7D865119}"/>
              </a:ext>
            </a:extLst>
          </p:cNvPr>
          <p:cNvSpPr>
            <a:spLocks xmlns:a="http://schemas.openxmlformats.org/drawingml/2006/main" noGrp="1"/>
          </p:cNvSpPr>
          <p:nvPr/>
        </p:nvSpPr>
        <p:spPr>
          <a:xfrm xmlns:a="http://schemas.openxmlformats.org/drawingml/2006/main">
            <a:off x="609600" y="223837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7B9"/>
                </a:solidFill>
                <a:latin typeface="Arial"/>
                <a:ea typeface="Arial"/>
                <a:cs typeface="Arial"/>
              </a:defRPr>
            </a:defPPr>
            <a:lvl1pPr>
              <a:defRPr sz="1875" b="1">
                <a:solidFill>
                  <a:srgbClr val="0067B9"/>
                </a:solidFill>
                <a:latin typeface="Arial"/>
                <a:ea typeface="Arial"/>
                <a:cs typeface="Arial"/>
              </a:defRPr>
            </a:lvl1pPr>
            <a:lvl2pPr>
              <a:defRPr sz="1875" b="1">
                <a:solidFill>
                  <a:srgbClr val="0067B9"/>
                </a:solidFill>
                <a:latin typeface="Arial"/>
                <a:ea typeface="Arial"/>
                <a:cs typeface="Arial"/>
              </a:defRPr>
            </a:lvl2pPr>
            <a:lvl3pPr>
              <a:defRPr sz="1875" b="1">
                <a:solidFill>
                  <a:srgbClr val="0067B9"/>
                </a:solidFill>
                <a:latin typeface="Arial"/>
                <a:ea typeface="Arial"/>
                <a:cs typeface="Arial"/>
              </a:defRPr>
            </a:lvl3pPr>
            <a:lvl4pPr>
              <a:defRPr sz="1875" b="1">
                <a:solidFill>
                  <a:srgbClr val="0067B9"/>
                </a:solidFill>
                <a:latin typeface="Arial"/>
                <a:ea typeface="Arial"/>
                <a:cs typeface="Arial"/>
              </a:defRPr>
            </a:lvl4pPr>
            <a:lvl5pPr>
              <a:defRPr sz="1875" b="1">
                <a:solidFill>
                  <a:srgbClr val="0067B9"/>
                </a:solidFill>
                <a:latin typeface="Arial"/>
                <a:ea typeface="Arial"/>
                <a:cs typeface="Arial"/>
              </a:defRPr>
            </a:lvl5pPr>
            <a:lvl6pPr>
              <a:defRPr sz="1875" b="1">
                <a:solidFill>
                  <a:srgbClr val="0067B9"/>
                </a:solidFill>
                <a:latin typeface="Arial"/>
                <a:ea typeface="Arial"/>
                <a:cs typeface="Arial"/>
              </a:defRPr>
            </a:lvl6pPr>
            <a:lvl7pPr>
              <a:defRPr sz="1875" b="1">
                <a:solidFill>
                  <a:srgbClr val="0067B9"/>
                </a:solidFill>
                <a:latin typeface="Arial"/>
                <a:ea typeface="Arial"/>
                <a:cs typeface="Arial"/>
              </a:defRPr>
            </a:lvl7pPr>
            <a:lvl8pPr>
              <a:defRPr sz="1875" b="1">
                <a:solidFill>
                  <a:srgbClr val="0067B9"/>
                </a:solidFill>
                <a:latin typeface="Arial"/>
                <a:ea typeface="Arial"/>
                <a:cs typeface="Arial"/>
              </a:defRPr>
            </a:lvl8pPr>
            <a:lvl9pPr>
              <a:defRPr sz="1875" b="1">
                <a:solidFill>
                  <a:srgbClr val="0067B9"/>
                </a:solidFill>
                <a:latin typeface="Arial"/>
                <a:ea typeface="Arial"/>
                <a:cs typeface="Arial"/>
              </a:defRPr>
            </a:lvl9pPr>
          </a:lstStyle>
          <a:p xmlns:a="http://schemas.openxmlformats.org/drawingml/2006/main">
            <a:pPr>
              <a:defRPr sz="1875" b="1">
                <a:solidFill>
                  <a:srgbClr val="0067B9"/>
                </a:solidFill>
                <a:latin typeface="Arial"/>
                <a:ea typeface="Arial"/>
                <a:cs typeface="Arial"/>
              </a:defRPr>
            </a:pPr>
            <a:r>
              <a:rPr sz="1875" b="1">
                <a:solidFill>
                  <a:srgbClr val="0067B9"/>
                </a:solidFill>
                <a:latin typeface="Arial"/>
                <a:ea typeface="Arial"/>
                <a:cs typeface="Arial"/>
              </a:rPr>
              <a:t>Design and assignment</a:t>
            </a:r>
          </a:p>
        </p:txBody>
      </p:sp>
      <p:sp>
        <p:nvSpPr>
          <p:cNvPr id="6" name="">
            <a:extLst xmlns:a="http://schemas.openxmlformats.org/drawingml/2006/main">
              <a:ext uri="{FF2B5EF4-FFF2-40B4-BE49-F238E27FC236}">
                <a16:creationId xmlns:a16="http://schemas.microsoft.com/office/drawing/2014/main" id="{15E64710-3378-4E8A-AE58-5A0C8E3F0303}"/>
              </a:ext>
            </a:extLst>
          </p:cNvPr>
          <p:cNvSpPr>
            <a:spLocks xmlns:a="http://schemas.openxmlformats.org/drawingml/2006/main" noGrp="1"/>
          </p:cNvSpPr>
          <p:nvPr/>
        </p:nvSpPr>
        <p:spPr>
          <a:xfrm xmlns:a="http://schemas.openxmlformats.org/drawingml/2006/main">
            <a:off x="609600" y="284797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02D52"/>
                </a:solidFill>
                <a:latin typeface="Arial"/>
                <a:ea typeface="Arial"/>
                <a:cs typeface="Arial"/>
              </a:defRPr>
            </a:defPPr>
            <a:lvl1pPr>
              <a:defRPr sz="1800" b="0">
                <a:solidFill>
                  <a:srgbClr val="002D52"/>
                </a:solidFill>
                <a:latin typeface="Arial"/>
                <a:ea typeface="Arial"/>
                <a:cs typeface="Arial"/>
              </a:defRPr>
            </a:lvl1pPr>
            <a:lvl2pPr>
              <a:defRPr sz="1800" b="0">
                <a:solidFill>
                  <a:srgbClr val="002D52"/>
                </a:solidFill>
                <a:latin typeface="Arial"/>
                <a:ea typeface="Arial"/>
                <a:cs typeface="Arial"/>
              </a:defRPr>
            </a:lvl2pPr>
            <a:lvl3pPr>
              <a:defRPr sz="1800" b="0">
                <a:solidFill>
                  <a:srgbClr val="002D52"/>
                </a:solidFill>
                <a:latin typeface="Arial"/>
                <a:ea typeface="Arial"/>
                <a:cs typeface="Arial"/>
              </a:defRPr>
            </a:lvl3pPr>
            <a:lvl4pPr>
              <a:defRPr sz="1800" b="0">
                <a:solidFill>
                  <a:srgbClr val="002D52"/>
                </a:solidFill>
                <a:latin typeface="Arial"/>
                <a:ea typeface="Arial"/>
                <a:cs typeface="Arial"/>
              </a:defRPr>
            </a:lvl4pPr>
            <a:lvl5pPr>
              <a:defRPr sz="1800" b="0">
                <a:solidFill>
                  <a:srgbClr val="002D52"/>
                </a:solidFill>
                <a:latin typeface="Arial"/>
                <a:ea typeface="Arial"/>
                <a:cs typeface="Arial"/>
              </a:defRPr>
            </a:lvl5pPr>
            <a:lvl6pPr>
              <a:defRPr sz="1800" b="0">
                <a:solidFill>
                  <a:srgbClr val="002D52"/>
                </a:solidFill>
                <a:latin typeface="Arial"/>
                <a:ea typeface="Arial"/>
                <a:cs typeface="Arial"/>
              </a:defRPr>
            </a:lvl6pPr>
            <a:lvl7pPr>
              <a:defRPr sz="1800" b="0">
                <a:solidFill>
                  <a:srgbClr val="002D52"/>
                </a:solidFill>
                <a:latin typeface="Arial"/>
                <a:ea typeface="Arial"/>
                <a:cs typeface="Arial"/>
              </a:defRPr>
            </a:lvl7pPr>
            <a:lvl8pPr>
              <a:defRPr sz="1800" b="0">
                <a:solidFill>
                  <a:srgbClr val="002D52"/>
                </a:solidFill>
                <a:latin typeface="Arial"/>
                <a:ea typeface="Arial"/>
                <a:cs typeface="Arial"/>
              </a:defRPr>
            </a:lvl8pPr>
            <a:lvl9pPr>
              <a:defRPr sz="1800" b="0">
                <a:solidFill>
                  <a:srgbClr val="002D52"/>
                </a:solidFill>
                <a:latin typeface="Arial"/>
                <a:ea typeface="Arial"/>
                <a:cs typeface="Arial"/>
              </a:defRPr>
            </a:lvl9pPr>
          </a:lstStyle>
          <a:p xmlns:a="http://schemas.openxmlformats.org/drawingml/2006/main">
            <a:pPr>
              <a:defRPr sz="1800" b="0">
                <a:solidFill>
                  <a:srgbClr val="002D52"/>
                </a:solidFill>
                <a:latin typeface="Arial"/>
                <a:ea typeface="Arial"/>
                <a:cs typeface="Arial"/>
              </a:defRPr>
            </a:pPr>
            <a:r>
              <a:rPr sz="1800" b="0">
                <a:solidFill>
                  <a:srgbClr val="002D52"/>
                </a:solidFill>
                <a:latin typeface="Arial"/>
                <a:ea typeface="Arial"/>
                <a:cs typeface="Arial"/>
              </a:rPr>
              <a:t>Run each show separately. Use a platform experiment with randomized equal allocation. Match episode, audience, duration and budget. Avoid organic-post causal claims.</a:t>
            </a:r>
          </a:p>
        </p:txBody>
      </p:sp>
      <p:sp>
        <p:nvSpPr>
          <p:cNvPr id="7" name="">
            <a:extLst xmlns:a="http://schemas.openxmlformats.org/drawingml/2006/main">
              <a:ext uri="{FF2B5EF4-FFF2-40B4-BE49-F238E27FC236}">
                <a16:creationId xmlns:a16="http://schemas.microsoft.com/office/drawing/2014/main" id="{33948025-0649-4613-B613-4376850E2F73}"/>
              </a:ext>
            </a:extLst>
          </p:cNvPr>
          <p:cNvSpPr>
            <a:spLocks xmlns:a="http://schemas.openxmlformats.org/drawingml/2006/main" noGrp="1"/>
          </p:cNvSpPr>
          <p:nvPr/>
        </p:nvSpPr>
        <p:spPr>
          <a:xfrm xmlns:a="http://schemas.openxmlformats.org/drawingml/2006/main">
            <a:off x="6429375" y="223837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7B9"/>
                </a:solidFill>
                <a:latin typeface="Arial"/>
                <a:ea typeface="Arial"/>
                <a:cs typeface="Arial"/>
              </a:defRPr>
            </a:defPPr>
            <a:lvl1pPr>
              <a:defRPr sz="1875" b="1">
                <a:solidFill>
                  <a:srgbClr val="0067B9"/>
                </a:solidFill>
                <a:latin typeface="Arial"/>
                <a:ea typeface="Arial"/>
                <a:cs typeface="Arial"/>
              </a:defRPr>
            </a:lvl1pPr>
            <a:lvl2pPr>
              <a:defRPr sz="1875" b="1">
                <a:solidFill>
                  <a:srgbClr val="0067B9"/>
                </a:solidFill>
                <a:latin typeface="Arial"/>
                <a:ea typeface="Arial"/>
                <a:cs typeface="Arial"/>
              </a:defRPr>
            </a:lvl2pPr>
            <a:lvl3pPr>
              <a:defRPr sz="1875" b="1">
                <a:solidFill>
                  <a:srgbClr val="0067B9"/>
                </a:solidFill>
                <a:latin typeface="Arial"/>
                <a:ea typeface="Arial"/>
                <a:cs typeface="Arial"/>
              </a:defRPr>
            </a:lvl3pPr>
            <a:lvl4pPr>
              <a:defRPr sz="1875" b="1">
                <a:solidFill>
                  <a:srgbClr val="0067B9"/>
                </a:solidFill>
                <a:latin typeface="Arial"/>
                <a:ea typeface="Arial"/>
                <a:cs typeface="Arial"/>
              </a:defRPr>
            </a:lvl4pPr>
            <a:lvl5pPr>
              <a:defRPr sz="1875" b="1">
                <a:solidFill>
                  <a:srgbClr val="0067B9"/>
                </a:solidFill>
                <a:latin typeface="Arial"/>
                <a:ea typeface="Arial"/>
                <a:cs typeface="Arial"/>
              </a:defRPr>
            </a:lvl5pPr>
            <a:lvl6pPr>
              <a:defRPr sz="1875" b="1">
                <a:solidFill>
                  <a:srgbClr val="0067B9"/>
                </a:solidFill>
                <a:latin typeface="Arial"/>
                <a:ea typeface="Arial"/>
                <a:cs typeface="Arial"/>
              </a:defRPr>
            </a:lvl6pPr>
            <a:lvl7pPr>
              <a:defRPr sz="1875" b="1">
                <a:solidFill>
                  <a:srgbClr val="0067B9"/>
                </a:solidFill>
                <a:latin typeface="Arial"/>
                <a:ea typeface="Arial"/>
                <a:cs typeface="Arial"/>
              </a:defRPr>
            </a:lvl7pPr>
            <a:lvl8pPr>
              <a:defRPr sz="1875" b="1">
                <a:solidFill>
                  <a:srgbClr val="0067B9"/>
                </a:solidFill>
                <a:latin typeface="Arial"/>
                <a:ea typeface="Arial"/>
                <a:cs typeface="Arial"/>
              </a:defRPr>
            </a:lvl8pPr>
            <a:lvl9pPr>
              <a:defRPr sz="1875" b="1">
                <a:solidFill>
                  <a:srgbClr val="0067B9"/>
                </a:solidFill>
                <a:latin typeface="Arial"/>
                <a:ea typeface="Arial"/>
                <a:cs typeface="Arial"/>
              </a:defRPr>
            </a:lvl9pPr>
          </a:lstStyle>
          <a:p xmlns:a="http://schemas.openxmlformats.org/drawingml/2006/main">
            <a:pPr>
              <a:defRPr sz="1875" b="1">
                <a:solidFill>
                  <a:srgbClr val="0067B9"/>
                </a:solidFill>
                <a:latin typeface="Arial"/>
                <a:ea typeface="Arial"/>
                <a:cs typeface="Arial"/>
              </a:defRPr>
            </a:pPr>
            <a:r>
              <a:rPr sz="1875" b="1">
                <a:solidFill>
                  <a:srgbClr val="0067B9"/>
                </a:solidFill>
                <a:latin typeface="Arial"/>
                <a:ea typeface="Arial"/>
                <a:cs typeface="Arial"/>
              </a:rPr>
              <a:t>Primary metric and decision</a:t>
            </a:r>
          </a:p>
        </p:txBody>
      </p:sp>
      <p:sp>
        <p:nvSpPr>
          <p:cNvPr id="8" name="">
            <a:extLst xmlns:a="http://schemas.openxmlformats.org/drawingml/2006/main">
              <a:ext uri="{FF2B5EF4-FFF2-40B4-BE49-F238E27FC236}">
                <a16:creationId xmlns:a16="http://schemas.microsoft.com/office/drawing/2014/main" id="{96975A6A-7A24-438C-A13F-E6749D32FFD4}"/>
              </a:ext>
            </a:extLst>
          </p:cNvPr>
          <p:cNvSpPr>
            <a:spLocks xmlns:a="http://schemas.openxmlformats.org/drawingml/2006/main" noGrp="1"/>
          </p:cNvSpPr>
          <p:nvPr/>
        </p:nvSpPr>
        <p:spPr>
          <a:xfrm xmlns:a="http://schemas.openxmlformats.org/drawingml/2006/main">
            <a:off x="6429375" y="284797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02D52"/>
                </a:solidFill>
                <a:latin typeface="Arial"/>
                <a:ea typeface="Arial"/>
                <a:cs typeface="Arial"/>
              </a:defRPr>
            </a:defPPr>
            <a:lvl1pPr>
              <a:defRPr sz="1800" b="0">
                <a:solidFill>
                  <a:srgbClr val="002D52"/>
                </a:solidFill>
                <a:latin typeface="Arial"/>
                <a:ea typeface="Arial"/>
                <a:cs typeface="Arial"/>
              </a:defRPr>
            </a:lvl1pPr>
            <a:lvl2pPr>
              <a:defRPr sz="1800" b="0">
                <a:solidFill>
                  <a:srgbClr val="002D52"/>
                </a:solidFill>
                <a:latin typeface="Arial"/>
                <a:ea typeface="Arial"/>
                <a:cs typeface="Arial"/>
              </a:defRPr>
            </a:lvl2pPr>
            <a:lvl3pPr>
              <a:defRPr sz="1800" b="0">
                <a:solidFill>
                  <a:srgbClr val="002D52"/>
                </a:solidFill>
                <a:latin typeface="Arial"/>
                <a:ea typeface="Arial"/>
                <a:cs typeface="Arial"/>
              </a:defRPr>
            </a:lvl3pPr>
            <a:lvl4pPr>
              <a:defRPr sz="1800" b="0">
                <a:solidFill>
                  <a:srgbClr val="002D52"/>
                </a:solidFill>
                <a:latin typeface="Arial"/>
                <a:ea typeface="Arial"/>
                <a:cs typeface="Arial"/>
              </a:defRPr>
            </a:lvl4pPr>
            <a:lvl5pPr>
              <a:defRPr sz="1800" b="0">
                <a:solidFill>
                  <a:srgbClr val="002D52"/>
                </a:solidFill>
                <a:latin typeface="Arial"/>
                <a:ea typeface="Arial"/>
                <a:cs typeface="Arial"/>
              </a:defRPr>
            </a:lvl5pPr>
            <a:lvl6pPr>
              <a:defRPr sz="1800" b="0">
                <a:solidFill>
                  <a:srgbClr val="002D52"/>
                </a:solidFill>
                <a:latin typeface="Arial"/>
                <a:ea typeface="Arial"/>
                <a:cs typeface="Arial"/>
              </a:defRPr>
            </a:lvl6pPr>
            <a:lvl7pPr>
              <a:defRPr sz="1800" b="0">
                <a:solidFill>
                  <a:srgbClr val="002D52"/>
                </a:solidFill>
                <a:latin typeface="Arial"/>
                <a:ea typeface="Arial"/>
                <a:cs typeface="Arial"/>
              </a:defRPr>
            </a:lvl7pPr>
            <a:lvl8pPr>
              <a:defRPr sz="1800" b="0">
                <a:solidFill>
                  <a:srgbClr val="002D52"/>
                </a:solidFill>
                <a:latin typeface="Arial"/>
                <a:ea typeface="Arial"/>
                <a:cs typeface="Arial"/>
              </a:defRPr>
            </a:lvl8pPr>
            <a:lvl9pPr>
              <a:defRPr sz="1800" b="0">
                <a:solidFill>
                  <a:srgbClr val="002D52"/>
                </a:solidFill>
                <a:latin typeface="Arial"/>
                <a:ea typeface="Arial"/>
                <a:cs typeface="Arial"/>
              </a:defRPr>
            </a:lvl9pPr>
          </a:lstStyle>
          <a:p xmlns:a="http://schemas.openxmlformats.org/drawingml/2006/main">
            <a:pPr>
              <a:defRPr sz="1800" b="0">
                <a:solidFill>
                  <a:srgbClr val="002D52"/>
                </a:solidFill>
                <a:latin typeface="Arial"/>
                <a:ea typeface="Arial"/>
                <a:cs typeface="Arial"/>
              </a:defRPr>
            </a:pPr>
            <a:r>
              <a:rPr sz="1800" b="0">
                <a:solidFill>
                  <a:srgbClr val="002D52"/>
                </a:solidFill>
                <a:latin typeface="Arial"/>
                <a:ea typeface="Arial"/>
                <a:cs typeface="Arial"/>
              </a:rPr>
              <a:t>Qualified visits per 1,000 served impressions. Count a visit after 10 seconds on an owned episode page. Instrument consented sessions with UTMs and event IDs.</a:t>
            </a:r>
          </a:p>
        </p:txBody>
      </p:sp>
      <p:sp>
        <p:nvSpPr>
          <p:cNvPr id="9" name="">
            <a:extLst xmlns:a="http://schemas.openxmlformats.org/drawingml/2006/main">
              <a:ext uri="{FF2B5EF4-FFF2-40B4-BE49-F238E27FC236}">
                <a16:creationId xmlns:a16="http://schemas.microsoft.com/office/drawing/2014/main" id="{59845166-DFFE-437A-A738-FB870D3707AC}"/>
              </a:ext>
            </a:extLst>
          </p:cNvPr>
          <p:cNvSpPr>
            <a:spLocks xmlns:a="http://schemas.openxmlformats.org/drawingml/2006/main" noGrp="1"/>
          </p:cNvSpPr>
          <p:nvPr/>
        </p:nvSpPr>
        <p:spPr>
          <a:xfrm xmlns:a="http://schemas.openxmlformats.org/drawingml/2006/main">
            <a:off x="609600" y="4867275"/>
            <a:ext cx="1081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67B9"/>
                </a:solidFill>
                <a:latin typeface="Arial"/>
                <a:ea typeface="Arial"/>
                <a:cs typeface="Arial"/>
              </a:defRPr>
            </a:defPPr>
            <a:lvl1pPr>
              <a:defRPr sz="2250" b="1">
                <a:solidFill>
                  <a:srgbClr val="0067B9"/>
                </a:solidFill>
                <a:latin typeface="Arial"/>
                <a:ea typeface="Arial"/>
                <a:cs typeface="Arial"/>
              </a:defRPr>
            </a:lvl1pPr>
            <a:lvl2pPr>
              <a:defRPr sz="2250" b="1">
                <a:solidFill>
                  <a:srgbClr val="0067B9"/>
                </a:solidFill>
                <a:latin typeface="Arial"/>
                <a:ea typeface="Arial"/>
                <a:cs typeface="Arial"/>
              </a:defRPr>
            </a:lvl2pPr>
            <a:lvl3pPr>
              <a:defRPr sz="2250" b="1">
                <a:solidFill>
                  <a:srgbClr val="0067B9"/>
                </a:solidFill>
                <a:latin typeface="Arial"/>
                <a:ea typeface="Arial"/>
                <a:cs typeface="Arial"/>
              </a:defRPr>
            </a:lvl3pPr>
            <a:lvl4pPr>
              <a:defRPr sz="2250" b="1">
                <a:solidFill>
                  <a:srgbClr val="0067B9"/>
                </a:solidFill>
                <a:latin typeface="Arial"/>
                <a:ea typeface="Arial"/>
                <a:cs typeface="Arial"/>
              </a:defRPr>
            </a:lvl4pPr>
            <a:lvl5pPr>
              <a:defRPr sz="2250" b="1">
                <a:solidFill>
                  <a:srgbClr val="0067B9"/>
                </a:solidFill>
                <a:latin typeface="Arial"/>
                <a:ea typeface="Arial"/>
                <a:cs typeface="Arial"/>
              </a:defRPr>
            </a:lvl5pPr>
            <a:lvl6pPr>
              <a:defRPr sz="2250" b="1">
                <a:solidFill>
                  <a:srgbClr val="0067B9"/>
                </a:solidFill>
                <a:latin typeface="Arial"/>
                <a:ea typeface="Arial"/>
                <a:cs typeface="Arial"/>
              </a:defRPr>
            </a:lvl6pPr>
            <a:lvl7pPr>
              <a:defRPr sz="2250" b="1">
                <a:solidFill>
                  <a:srgbClr val="0067B9"/>
                </a:solidFill>
                <a:latin typeface="Arial"/>
                <a:ea typeface="Arial"/>
                <a:cs typeface="Arial"/>
              </a:defRPr>
            </a:lvl7pPr>
            <a:lvl8pPr>
              <a:defRPr sz="2250" b="1">
                <a:solidFill>
                  <a:srgbClr val="0067B9"/>
                </a:solidFill>
                <a:latin typeface="Arial"/>
                <a:ea typeface="Arial"/>
                <a:cs typeface="Arial"/>
              </a:defRPr>
            </a:lvl8pPr>
            <a:lvl9pPr>
              <a:defRPr sz="2250" b="1">
                <a:solidFill>
                  <a:srgbClr val="0067B9"/>
                </a:solidFill>
                <a:latin typeface="Arial"/>
                <a:ea typeface="Arial"/>
                <a:cs typeface="Arial"/>
              </a:defRPr>
            </a:lvl9pPr>
          </a:lstStyle>
          <a:p xmlns:a="http://schemas.openxmlformats.org/drawingml/2006/main">
            <a:pPr>
              <a:defRPr sz="2250" b="1">
                <a:solidFill>
                  <a:srgbClr val="0067B9"/>
                </a:solidFill>
                <a:latin typeface="Arial"/>
                <a:ea typeface="Arial"/>
                <a:cs typeface="Arial"/>
              </a:defRPr>
            </a:pPr>
            <a:r>
              <a:rPr sz="2250" b="1">
                <a:solidFill>
                  <a:srgbClr val="0067B9"/>
                </a:solidFill>
                <a:latin typeface="Arial"/>
                <a:ea typeface="Arial"/>
                <a:cs typeface="Arial"/>
              </a:rPr>
              <a:t>Illustrative planning assumption: 1.0% to 1.2% qualified-visit rate</a:t>
            </a:r>
          </a:p>
        </p:txBody>
      </p:sp>
      <p:sp>
        <p:nvSpPr>
          <p:cNvPr id="10" name="">
            <a:extLst xmlns:a="http://schemas.openxmlformats.org/drawingml/2006/main">
              <a:ext uri="{FF2B5EF4-FFF2-40B4-BE49-F238E27FC236}">
                <a16:creationId xmlns:a16="http://schemas.microsoft.com/office/drawing/2014/main" id="{A6578E23-9446-414E-BA49-6750D2191493}"/>
              </a:ext>
            </a:extLst>
          </p:cNvPr>
          <p:cNvSpPr>
            <a:spLocks xmlns:a="http://schemas.openxmlformats.org/drawingml/2006/main" noGrp="1"/>
          </p:cNvSpPr>
          <p:nvPr/>
        </p:nvSpPr>
        <p:spPr>
          <a:xfrm xmlns:a="http://schemas.openxmlformats.org/drawingml/2006/main">
            <a:off x="609600" y="5524500"/>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979"/>
                </a:solidFill>
                <a:latin typeface="Arial"/>
                <a:ea typeface="Arial"/>
                <a:cs typeface="Arial"/>
              </a:defRPr>
            </a:defPPr>
            <a:lvl1pPr>
              <a:defRPr sz="1725" b="0">
                <a:solidFill>
                  <a:srgbClr val="536979"/>
                </a:solidFill>
                <a:latin typeface="Arial"/>
                <a:ea typeface="Arial"/>
                <a:cs typeface="Arial"/>
              </a:defRPr>
            </a:lvl1pPr>
            <a:lvl2pPr>
              <a:defRPr sz="1725" b="0">
                <a:solidFill>
                  <a:srgbClr val="536979"/>
                </a:solidFill>
                <a:latin typeface="Arial"/>
                <a:ea typeface="Arial"/>
                <a:cs typeface="Arial"/>
              </a:defRPr>
            </a:lvl2pPr>
            <a:lvl3pPr>
              <a:defRPr sz="1725" b="0">
                <a:solidFill>
                  <a:srgbClr val="536979"/>
                </a:solidFill>
                <a:latin typeface="Arial"/>
                <a:ea typeface="Arial"/>
                <a:cs typeface="Arial"/>
              </a:defRPr>
            </a:lvl3pPr>
            <a:lvl4pPr>
              <a:defRPr sz="1725" b="0">
                <a:solidFill>
                  <a:srgbClr val="536979"/>
                </a:solidFill>
                <a:latin typeface="Arial"/>
                <a:ea typeface="Arial"/>
                <a:cs typeface="Arial"/>
              </a:defRPr>
            </a:lvl4pPr>
            <a:lvl5pPr>
              <a:defRPr sz="1725" b="0">
                <a:solidFill>
                  <a:srgbClr val="536979"/>
                </a:solidFill>
                <a:latin typeface="Arial"/>
                <a:ea typeface="Arial"/>
                <a:cs typeface="Arial"/>
              </a:defRPr>
            </a:lvl5pPr>
            <a:lvl6pPr>
              <a:defRPr sz="1725" b="0">
                <a:solidFill>
                  <a:srgbClr val="536979"/>
                </a:solidFill>
                <a:latin typeface="Arial"/>
                <a:ea typeface="Arial"/>
                <a:cs typeface="Arial"/>
              </a:defRPr>
            </a:lvl6pPr>
            <a:lvl7pPr>
              <a:defRPr sz="1725" b="0">
                <a:solidFill>
                  <a:srgbClr val="536979"/>
                </a:solidFill>
                <a:latin typeface="Arial"/>
                <a:ea typeface="Arial"/>
                <a:cs typeface="Arial"/>
              </a:defRPr>
            </a:lvl7pPr>
            <a:lvl8pPr>
              <a:defRPr sz="1725" b="0">
                <a:solidFill>
                  <a:srgbClr val="536979"/>
                </a:solidFill>
                <a:latin typeface="Arial"/>
                <a:ea typeface="Arial"/>
                <a:cs typeface="Arial"/>
              </a:defRPr>
            </a:lvl8pPr>
            <a:lvl9pPr>
              <a:defRPr sz="1725" b="0">
                <a:solidFill>
                  <a:srgbClr val="536979"/>
                </a:solidFill>
                <a:latin typeface="Arial"/>
                <a:ea typeface="Arial"/>
                <a:cs typeface="Arial"/>
              </a:defRPr>
            </a:lvl9pPr>
          </a:lstStyle>
          <a:p xmlns:a="http://schemas.openxmlformats.org/drawingml/2006/main">
            <a:pPr>
              <a:defRPr sz="1725" b="0">
                <a:solidFill>
                  <a:srgbClr val="536979"/>
                </a:solidFill>
                <a:latin typeface="Arial"/>
                <a:ea typeface="Arial"/>
                <a:cs typeface="Arial"/>
              </a:defRPr>
            </a:pPr>
            <a:r>
              <a:rPr sz="1725" b="0">
                <a:solidFill>
                  <a:srgbClr val="536979"/>
                </a:solidFill>
                <a:latin typeface="Arial"/>
                <a:ea typeface="Arial"/>
                <a:cs typeface="Arial"/>
              </a:rPr>
              <a:t>About 52,000 independent impressions per arm, per show: 80% power, two-sided α=0.025</a:t>
            </a:r>
          </a:p>
          <a:p xmlns:a="http://schemas.openxmlformats.org/drawingml/2006/main">
            <a:pPr>
              <a:defRPr sz="1725" b="0">
                <a:solidFill>
                  <a:srgbClr val="536979"/>
                </a:solidFill>
                <a:latin typeface="Arial"/>
                <a:ea typeface="Arial"/>
                <a:cs typeface="Arial"/>
              </a:defRPr>
            </a:pPr>
            <a:r>
              <a:rPr sz="1725" b="0">
                <a:solidFill>
                  <a:srgbClr val="536979"/>
                </a:solidFill>
                <a:latin typeface="Arial"/>
                <a:ea typeface="Arial"/>
                <a:cs typeface="Arial"/>
              </a:rPr>
              <a:t>for two show tests. This is a planning calculation, not a forecast. Repeated exposure needs adjustment.</a:t>
            </a:r>
          </a:p>
        </p:txBody>
      </p:sp>
    </p:spTree>
    <p:extLst>
      <p:ext uri="{BB962C8B-B14F-4D97-AF65-F5344CB8AC3E}">
        <p14:creationId xmlns:p14="http://schemas.microsoft.com/office/powerpoint/2010/main" val="1178766807"/>
      </p:ext>
    </p:extLst>
  </p:cSld>
</p:sld>
</file>

<file path=ppt/slides/slide8.xml><?xml version="1.0" encoding="utf-8"?>
<p:sld xmlns:p="http://schemas.openxmlformats.org/presentationml/2006/main">
  <p:cSld>
    <p:bg>
      <p:bgPr>
        <a:solidFill xmlns:a="http://schemas.openxmlformats.org/drawingml/2006/main">
          <a:srgbClr val="001C3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AA06D2-EBDC-4058-8EC7-C821B8EB47A4}"/>
              </a:ext>
            </a:extLst>
          </p:cNvPr>
          <p:cNvSpPr>
            <a:spLocks xmlns:a="http://schemas.openxmlformats.org/drawingml/2006/main" noGrp="1"/>
          </p:cNvSpPr>
          <p:nvPr/>
        </p:nvSpPr>
        <p:spPr>
          <a:xfrm xmlns:a="http://schemas.openxmlformats.org/drawingml/2006/main">
            <a:off x="609600" y="400050"/>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65C5FF"/>
                </a:solidFill>
                <a:latin typeface="Arial"/>
                <a:ea typeface="Arial"/>
                <a:cs typeface="Arial"/>
              </a:defRPr>
            </a:defPPr>
            <a:lvl1pPr>
              <a:defRPr sz="1125" b="1">
                <a:solidFill>
                  <a:srgbClr val="65C5FF"/>
                </a:solidFill>
                <a:latin typeface="Arial"/>
                <a:ea typeface="Arial"/>
                <a:cs typeface="Arial"/>
              </a:defRPr>
            </a:lvl1pPr>
            <a:lvl2pPr>
              <a:defRPr sz="1125" b="1">
                <a:solidFill>
                  <a:srgbClr val="65C5FF"/>
                </a:solidFill>
                <a:latin typeface="Arial"/>
                <a:ea typeface="Arial"/>
                <a:cs typeface="Arial"/>
              </a:defRPr>
            </a:lvl2pPr>
            <a:lvl3pPr>
              <a:defRPr sz="1125" b="1">
                <a:solidFill>
                  <a:srgbClr val="65C5FF"/>
                </a:solidFill>
                <a:latin typeface="Arial"/>
                <a:ea typeface="Arial"/>
                <a:cs typeface="Arial"/>
              </a:defRPr>
            </a:lvl3pPr>
            <a:lvl4pPr>
              <a:defRPr sz="1125" b="1">
                <a:solidFill>
                  <a:srgbClr val="65C5FF"/>
                </a:solidFill>
                <a:latin typeface="Arial"/>
                <a:ea typeface="Arial"/>
                <a:cs typeface="Arial"/>
              </a:defRPr>
            </a:lvl4pPr>
            <a:lvl5pPr>
              <a:defRPr sz="1125" b="1">
                <a:solidFill>
                  <a:srgbClr val="65C5FF"/>
                </a:solidFill>
                <a:latin typeface="Arial"/>
                <a:ea typeface="Arial"/>
                <a:cs typeface="Arial"/>
              </a:defRPr>
            </a:lvl5pPr>
            <a:lvl6pPr>
              <a:defRPr sz="1125" b="1">
                <a:solidFill>
                  <a:srgbClr val="65C5FF"/>
                </a:solidFill>
                <a:latin typeface="Arial"/>
                <a:ea typeface="Arial"/>
                <a:cs typeface="Arial"/>
              </a:defRPr>
            </a:lvl6pPr>
            <a:lvl7pPr>
              <a:defRPr sz="1125" b="1">
                <a:solidFill>
                  <a:srgbClr val="65C5FF"/>
                </a:solidFill>
                <a:latin typeface="Arial"/>
                <a:ea typeface="Arial"/>
                <a:cs typeface="Arial"/>
              </a:defRPr>
            </a:lvl7pPr>
            <a:lvl8pPr>
              <a:defRPr sz="1125" b="1">
                <a:solidFill>
                  <a:srgbClr val="65C5FF"/>
                </a:solidFill>
                <a:latin typeface="Arial"/>
                <a:ea typeface="Arial"/>
                <a:cs typeface="Arial"/>
              </a:defRPr>
            </a:lvl8pPr>
            <a:lvl9pPr>
              <a:defRPr sz="1125" b="1">
                <a:solidFill>
                  <a:srgbClr val="65C5FF"/>
                </a:solidFill>
                <a:latin typeface="Arial"/>
                <a:ea typeface="Arial"/>
                <a:cs typeface="Arial"/>
              </a:defRPr>
            </a:lvl9pPr>
          </a:lstStyle>
          <a:p xmlns:a="http://schemas.openxmlformats.org/drawingml/2006/main">
            <a:pPr>
              <a:defRPr sz="1125" b="1">
                <a:solidFill>
                  <a:srgbClr val="65C5FF"/>
                </a:solidFill>
                <a:latin typeface="Arial"/>
                <a:ea typeface="Arial"/>
                <a:cs typeface="Arial"/>
              </a:defRPr>
            </a:pPr>
            <a:r>
              <a:rPr sz="1125" b="1">
                <a:solidFill>
                  <a:srgbClr val="65C5FF"/>
                </a:solidFill>
                <a:latin typeface="Arial"/>
                <a:ea typeface="Arial"/>
                <a:cs typeface="Arial"/>
              </a:rPr>
              <a:t>PROPOSAL / 30-DAY PILOT</a:t>
            </a:r>
          </a:p>
        </p:txBody>
      </p:sp>
      <p:sp>
        <p:nvSpPr>
          <p:cNvPr id="2" name="">
            <a:extLst xmlns:a="http://schemas.openxmlformats.org/drawingml/2006/main">
              <a:ext uri="{FF2B5EF4-FFF2-40B4-BE49-F238E27FC236}">
                <a16:creationId xmlns:a16="http://schemas.microsoft.com/office/drawing/2014/main" id="{870412DC-5D41-48EA-AAAE-D746992DBA19}"/>
              </a:ext>
            </a:extLst>
          </p:cNvPr>
          <p:cNvSpPr>
            <a:spLocks xmlns:a="http://schemas.openxmlformats.org/drawingml/2006/main" noGrp="1"/>
          </p:cNvSpPr>
          <p:nvPr/>
        </p:nvSpPr>
        <p:spPr>
          <a:xfrm xmlns:a="http://schemas.openxmlformats.org/drawingml/2006/main">
            <a:off x="609600" y="100012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A small pilot with a clear evidence trail</a:t>
            </a:r>
          </a:p>
        </p:txBody>
      </p:sp>
      <p:sp>
        <p:nvSpPr>
          <p:cNvPr id="3" name="">
            <a:extLst xmlns:a="http://schemas.openxmlformats.org/drawingml/2006/main">
              <a:ext uri="{FF2B5EF4-FFF2-40B4-BE49-F238E27FC236}">
                <a16:creationId xmlns:a16="http://schemas.microsoft.com/office/drawing/2014/main" id="{13E5D194-C027-42AD-94C1-88B265C8EF2C}"/>
              </a:ext>
            </a:extLst>
          </p:cNvPr>
          <p:cNvSpPr>
            <a:spLocks xmlns:a="http://schemas.openxmlformats.org/drawingml/2006/main" noGrp="1"/>
          </p:cNvSpPr>
          <p:nvPr/>
        </p:nvSpPr>
        <p:spPr>
          <a:xfrm xmlns:a="http://schemas.openxmlformats.org/drawingml/2006/main">
            <a:off x="609600" y="6448425"/>
            <a:ext cx="9715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FC8D5"/>
                </a:solidFill>
                <a:latin typeface="Arial"/>
                <a:ea typeface="Arial"/>
                <a:cs typeface="Arial"/>
              </a:defRPr>
            </a:defPPr>
            <a:lvl1pPr>
              <a:defRPr sz="900" b="0">
                <a:solidFill>
                  <a:srgbClr val="BFC8D5"/>
                </a:solidFill>
                <a:latin typeface="Arial"/>
                <a:ea typeface="Arial"/>
                <a:cs typeface="Arial"/>
              </a:defRPr>
            </a:lvl1pPr>
            <a:lvl2pPr>
              <a:defRPr sz="900" b="0">
                <a:solidFill>
                  <a:srgbClr val="BFC8D5"/>
                </a:solidFill>
                <a:latin typeface="Arial"/>
                <a:ea typeface="Arial"/>
                <a:cs typeface="Arial"/>
              </a:defRPr>
            </a:lvl2pPr>
            <a:lvl3pPr>
              <a:defRPr sz="900" b="0">
                <a:solidFill>
                  <a:srgbClr val="BFC8D5"/>
                </a:solidFill>
                <a:latin typeface="Arial"/>
                <a:ea typeface="Arial"/>
                <a:cs typeface="Arial"/>
              </a:defRPr>
            </a:lvl3pPr>
            <a:lvl4pPr>
              <a:defRPr sz="900" b="0">
                <a:solidFill>
                  <a:srgbClr val="BFC8D5"/>
                </a:solidFill>
                <a:latin typeface="Arial"/>
                <a:ea typeface="Arial"/>
                <a:cs typeface="Arial"/>
              </a:defRPr>
            </a:lvl4pPr>
            <a:lvl5pPr>
              <a:defRPr sz="900" b="0">
                <a:solidFill>
                  <a:srgbClr val="BFC8D5"/>
                </a:solidFill>
                <a:latin typeface="Arial"/>
                <a:ea typeface="Arial"/>
                <a:cs typeface="Arial"/>
              </a:defRPr>
            </a:lvl5pPr>
            <a:lvl6pPr>
              <a:defRPr sz="900" b="0">
                <a:solidFill>
                  <a:srgbClr val="BFC8D5"/>
                </a:solidFill>
                <a:latin typeface="Arial"/>
                <a:ea typeface="Arial"/>
                <a:cs typeface="Arial"/>
              </a:defRPr>
            </a:lvl6pPr>
            <a:lvl7pPr>
              <a:defRPr sz="900" b="0">
                <a:solidFill>
                  <a:srgbClr val="BFC8D5"/>
                </a:solidFill>
                <a:latin typeface="Arial"/>
                <a:ea typeface="Arial"/>
                <a:cs typeface="Arial"/>
              </a:defRPr>
            </a:lvl7pPr>
            <a:lvl8pPr>
              <a:defRPr sz="900" b="0">
                <a:solidFill>
                  <a:srgbClr val="BFC8D5"/>
                </a:solidFill>
                <a:latin typeface="Arial"/>
                <a:ea typeface="Arial"/>
                <a:cs typeface="Arial"/>
              </a:defRPr>
            </a:lvl8pPr>
            <a:lvl9pPr>
              <a:defRPr sz="900" b="0">
                <a:solidFill>
                  <a:srgbClr val="BFC8D5"/>
                </a:solidFill>
                <a:latin typeface="Arial"/>
                <a:ea typeface="Arial"/>
                <a:cs typeface="Arial"/>
              </a:defRPr>
            </a:lvl9pPr>
          </a:lstStyle>
          <a:p xmlns:a="http://schemas.openxmlformats.org/drawingml/2006/main">
            <a:pPr>
              <a:defRPr sz="900" b="0">
                <a:solidFill>
                  <a:srgbClr val="BFC8D5"/>
                </a:solidFill>
                <a:latin typeface="Arial"/>
                <a:ea typeface="Arial"/>
                <a:cs typeface="Arial"/>
              </a:defRPr>
            </a:pPr>
            <a:r>
              <a:rPr sz="900" b="0">
                <a:solidFill>
                  <a:srgbClr val="BFC8D5"/>
                </a:solidFill>
                <a:latin typeface="Arial"/>
                <a:ea typeface="Arial"/>
                <a:cs typeface="Arial"/>
              </a:rPr>
              <a:t>BEYOND THE SCREEN / INDEPENDENT PROJECT</a:t>
            </a:r>
          </a:p>
        </p:txBody>
      </p:sp>
      <p:sp>
        <p:nvSpPr>
          <p:cNvPr id="4" name="">
            <a:extLst xmlns:a="http://schemas.openxmlformats.org/drawingml/2006/main">
              <a:ext uri="{FF2B5EF4-FFF2-40B4-BE49-F238E27FC236}">
                <a16:creationId xmlns:a16="http://schemas.microsoft.com/office/drawing/2014/main" id="{3E04170D-889A-4B9A-B8CD-2AE86F503E65}"/>
              </a:ext>
            </a:extLst>
          </p:cNvPr>
          <p:cNvSpPr>
            <a:spLocks xmlns:a="http://schemas.openxmlformats.org/drawingml/2006/main" noGrp="1"/>
          </p:cNvSpPr>
          <p:nvPr/>
        </p:nvSpPr>
        <p:spPr>
          <a:xfrm xmlns:a="http://schemas.openxmlformats.org/drawingml/2006/main">
            <a:off x="11049000" y="64103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65C5FF"/>
                </a:solidFill>
                <a:latin typeface="Arial"/>
                <a:ea typeface="Arial"/>
                <a:cs typeface="Arial"/>
              </a:defRPr>
            </a:defPPr>
            <a:lvl1pPr>
              <a:defRPr sz="1425" b="1">
                <a:solidFill>
                  <a:srgbClr val="65C5FF"/>
                </a:solidFill>
                <a:latin typeface="Arial"/>
                <a:ea typeface="Arial"/>
                <a:cs typeface="Arial"/>
              </a:defRPr>
            </a:lvl1pPr>
            <a:lvl2pPr>
              <a:defRPr sz="1425" b="1">
                <a:solidFill>
                  <a:srgbClr val="65C5FF"/>
                </a:solidFill>
                <a:latin typeface="Arial"/>
                <a:ea typeface="Arial"/>
                <a:cs typeface="Arial"/>
              </a:defRPr>
            </a:lvl2pPr>
            <a:lvl3pPr>
              <a:defRPr sz="1425" b="1">
                <a:solidFill>
                  <a:srgbClr val="65C5FF"/>
                </a:solidFill>
                <a:latin typeface="Arial"/>
                <a:ea typeface="Arial"/>
                <a:cs typeface="Arial"/>
              </a:defRPr>
            </a:lvl3pPr>
            <a:lvl4pPr>
              <a:defRPr sz="1425" b="1">
                <a:solidFill>
                  <a:srgbClr val="65C5FF"/>
                </a:solidFill>
                <a:latin typeface="Arial"/>
                <a:ea typeface="Arial"/>
                <a:cs typeface="Arial"/>
              </a:defRPr>
            </a:lvl4pPr>
            <a:lvl5pPr>
              <a:defRPr sz="1425" b="1">
                <a:solidFill>
                  <a:srgbClr val="65C5FF"/>
                </a:solidFill>
                <a:latin typeface="Arial"/>
                <a:ea typeface="Arial"/>
                <a:cs typeface="Arial"/>
              </a:defRPr>
            </a:lvl5pPr>
            <a:lvl6pPr>
              <a:defRPr sz="1425" b="1">
                <a:solidFill>
                  <a:srgbClr val="65C5FF"/>
                </a:solidFill>
                <a:latin typeface="Arial"/>
                <a:ea typeface="Arial"/>
                <a:cs typeface="Arial"/>
              </a:defRPr>
            </a:lvl6pPr>
            <a:lvl7pPr>
              <a:defRPr sz="1425" b="1">
                <a:solidFill>
                  <a:srgbClr val="65C5FF"/>
                </a:solidFill>
                <a:latin typeface="Arial"/>
                <a:ea typeface="Arial"/>
                <a:cs typeface="Arial"/>
              </a:defRPr>
            </a:lvl7pPr>
            <a:lvl8pPr>
              <a:defRPr sz="1425" b="1">
                <a:solidFill>
                  <a:srgbClr val="65C5FF"/>
                </a:solidFill>
                <a:latin typeface="Arial"/>
                <a:ea typeface="Arial"/>
                <a:cs typeface="Arial"/>
              </a:defRPr>
            </a:lvl8pPr>
            <a:lvl9pPr>
              <a:defRPr sz="1425" b="1">
                <a:solidFill>
                  <a:srgbClr val="65C5FF"/>
                </a:solidFill>
                <a:latin typeface="Arial"/>
                <a:ea typeface="Arial"/>
                <a:cs typeface="Arial"/>
              </a:defRPr>
            </a:lvl9pPr>
          </a:lstStyle>
          <a:p xmlns:a="http://schemas.openxmlformats.org/drawingml/2006/main">
            <a:pPr>
              <a:defRPr sz="1425" b="1">
                <a:solidFill>
                  <a:srgbClr val="65C5FF"/>
                </a:solidFill>
                <a:latin typeface="Arial"/>
                <a:ea typeface="Arial"/>
                <a:cs typeface="Arial"/>
              </a:defRPr>
            </a:pPr>
            <a:r>
              <a:rPr sz="1425" b="1">
                <a:solidFill>
                  <a:srgbClr val="65C5FF"/>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6C4ABF5-C0C4-4029-A032-9D9826D63DDD}"/>
              </a:ext>
            </a:extLst>
          </p:cNvPr>
          <p:cNvSpPr>
            <a:spLocks xmlns:a="http://schemas.openxmlformats.org/drawingml/2006/main" noGrp="1"/>
          </p:cNvSpPr>
          <p:nvPr/>
        </p:nvSpPr>
        <p:spPr>
          <a:xfrm xmlns:a="http://schemas.openxmlformats.org/drawingml/2006/main">
            <a:off x="609600" y="233362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65C5FF"/>
                </a:solidFill>
                <a:latin typeface="Arial"/>
                <a:ea typeface="Arial"/>
                <a:cs typeface="Arial"/>
              </a:defRPr>
            </a:defPPr>
            <a:lvl1pPr>
              <a:defRPr sz="1425" b="1">
                <a:solidFill>
                  <a:srgbClr val="65C5FF"/>
                </a:solidFill>
                <a:latin typeface="Arial"/>
                <a:ea typeface="Arial"/>
                <a:cs typeface="Arial"/>
              </a:defRPr>
            </a:lvl1pPr>
            <a:lvl2pPr>
              <a:defRPr sz="1425" b="1">
                <a:solidFill>
                  <a:srgbClr val="65C5FF"/>
                </a:solidFill>
                <a:latin typeface="Arial"/>
                <a:ea typeface="Arial"/>
                <a:cs typeface="Arial"/>
              </a:defRPr>
            </a:lvl2pPr>
            <a:lvl3pPr>
              <a:defRPr sz="1425" b="1">
                <a:solidFill>
                  <a:srgbClr val="65C5FF"/>
                </a:solidFill>
                <a:latin typeface="Arial"/>
                <a:ea typeface="Arial"/>
                <a:cs typeface="Arial"/>
              </a:defRPr>
            </a:lvl3pPr>
            <a:lvl4pPr>
              <a:defRPr sz="1425" b="1">
                <a:solidFill>
                  <a:srgbClr val="65C5FF"/>
                </a:solidFill>
                <a:latin typeface="Arial"/>
                <a:ea typeface="Arial"/>
                <a:cs typeface="Arial"/>
              </a:defRPr>
            </a:lvl4pPr>
            <a:lvl5pPr>
              <a:defRPr sz="1425" b="1">
                <a:solidFill>
                  <a:srgbClr val="65C5FF"/>
                </a:solidFill>
                <a:latin typeface="Arial"/>
                <a:ea typeface="Arial"/>
                <a:cs typeface="Arial"/>
              </a:defRPr>
            </a:lvl5pPr>
            <a:lvl6pPr>
              <a:defRPr sz="1425" b="1">
                <a:solidFill>
                  <a:srgbClr val="65C5FF"/>
                </a:solidFill>
                <a:latin typeface="Arial"/>
                <a:ea typeface="Arial"/>
                <a:cs typeface="Arial"/>
              </a:defRPr>
            </a:lvl6pPr>
            <a:lvl7pPr>
              <a:defRPr sz="1425" b="1">
                <a:solidFill>
                  <a:srgbClr val="65C5FF"/>
                </a:solidFill>
                <a:latin typeface="Arial"/>
                <a:ea typeface="Arial"/>
                <a:cs typeface="Arial"/>
              </a:defRPr>
            </a:lvl7pPr>
            <a:lvl8pPr>
              <a:defRPr sz="1425" b="1">
                <a:solidFill>
                  <a:srgbClr val="65C5FF"/>
                </a:solidFill>
                <a:latin typeface="Arial"/>
                <a:ea typeface="Arial"/>
                <a:cs typeface="Arial"/>
              </a:defRPr>
            </a:lvl8pPr>
            <a:lvl9pPr>
              <a:defRPr sz="1425" b="1">
                <a:solidFill>
                  <a:srgbClr val="65C5FF"/>
                </a:solidFill>
                <a:latin typeface="Arial"/>
                <a:ea typeface="Arial"/>
                <a:cs typeface="Arial"/>
              </a:defRPr>
            </a:lvl9pPr>
          </a:lstStyle>
          <a:p xmlns:a="http://schemas.openxmlformats.org/drawingml/2006/main">
            <a:pPr>
              <a:defRPr sz="1425" b="1">
                <a:solidFill>
                  <a:srgbClr val="65C5FF"/>
                </a:solidFill>
                <a:latin typeface="Arial"/>
                <a:ea typeface="Arial"/>
                <a:cs typeface="Arial"/>
              </a:defRPr>
            </a:pPr>
            <a:r>
              <a:rPr sz="1425" b="1">
                <a:solidFill>
                  <a:srgbClr val="65C5FF"/>
                </a:solidFill>
                <a:latin typeface="Arial"/>
                <a:ea typeface="Arial"/>
                <a:cs typeface="Arial"/>
              </a:rPr>
              <a:t>DAYS 01–07</a:t>
            </a:r>
          </a:p>
        </p:txBody>
      </p:sp>
      <p:sp>
        <p:nvSpPr>
          <p:cNvPr id="6" name="">
            <a:extLst xmlns:a="http://schemas.openxmlformats.org/drawingml/2006/main">
              <a:ext uri="{FF2B5EF4-FFF2-40B4-BE49-F238E27FC236}">
                <a16:creationId xmlns:a16="http://schemas.microsoft.com/office/drawing/2014/main" id="{7071956E-188B-480D-B617-47B240E2ABCC}"/>
              </a:ext>
            </a:extLst>
          </p:cNvPr>
          <p:cNvSpPr>
            <a:spLocks xmlns:a="http://schemas.openxmlformats.org/drawingml/2006/main" noGrp="1"/>
          </p:cNvSpPr>
          <p:nvPr/>
        </p:nvSpPr>
        <p:spPr>
          <a:xfrm xmlns:a="http://schemas.openxmlformats.org/drawingml/2006/main">
            <a:off x="609600" y="28860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Baseline + rights</a:t>
            </a:r>
          </a:p>
        </p:txBody>
      </p:sp>
      <p:sp>
        <p:nvSpPr>
          <p:cNvPr id="7" name="">
            <a:extLst xmlns:a="http://schemas.openxmlformats.org/drawingml/2006/main">
              <a:ext uri="{FF2B5EF4-FFF2-40B4-BE49-F238E27FC236}">
                <a16:creationId xmlns:a16="http://schemas.microsoft.com/office/drawing/2014/main" id="{3C2EC37F-1ABB-43A7-8EFD-A828A5C64BDB}"/>
              </a:ext>
            </a:extLst>
          </p:cNvPr>
          <p:cNvSpPr>
            <a:spLocks xmlns:a="http://schemas.openxmlformats.org/drawingml/2006/main" noGrp="1"/>
          </p:cNvSpPr>
          <p:nvPr/>
        </p:nvSpPr>
        <p:spPr>
          <a:xfrm xmlns:a="http://schemas.openxmlformats.org/drawingml/2006/main">
            <a:off x="609600" y="3781425"/>
            <a:ext cx="3352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Audit 30 recent uploads per show. Separate Shorts, trailers and clips. Confirm topic identifiers, rights and destination tracking.</a:t>
            </a:r>
          </a:p>
        </p:txBody>
      </p:sp>
      <p:sp>
        <p:nvSpPr>
          <p:cNvPr id="8" name="">
            <a:extLst xmlns:a="http://schemas.openxmlformats.org/drawingml/2006/main">
              <a:ext uri="{FF2B5EF4-FFF2-40B4-BE49-F238E27FC236}">
                <a16:creationId xmlns:a16="http://schemas.microsoft.com/office/drawing/2014/main" id="{5E432C2F-804D-4FCA-BFDB-0D802B69B78F}"/>
              </a:ext>
            </a:extLst>
          </p:cNvPr>
          <p:cNvSpPr>
            <a:spLocks xmlns:a="http://schemas.openxmlformats.org/drawingml/2006/main" noGrp="1"/>
          </p:cNvSpPr>
          <p:nvPr/>
        </p:nvSpPr>
        <p:spPr>
          <a:xfrm xmlns:a="http://schemas.openxmlformats.org/drawingml/2006/main">
            <a:off x="4400550" y="233362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65C5FF"/>
                </a:solidFill>
                <a:latin typeface="Arial"/>
                <a:ea typeface="Arial"/>
                <a:cs typeface="Arial"/>
              </a:defRPr>
            </a:defPPr>
            <a:lvl1pPr>
              <a:defRPr sz="1425" b="1">
                <a:solidFill>
                  <a:srgbClr val="65C5FF"/>
                </a:solidFill>
                <a:latin typeface="Arial"/>
                <a:ea typeface="Arial"/>
                <a:cs typeface="Arial"/>
              </a:defRPr>
            </a:lvl1pPr>
            <a:lvl2pPr>
              <a:defRPr sz="1425" b="1">
                <a:solidFill>
                  <a:srgbClr val="65C5FF"/>
                </a:solidFill>
                <a:latin typeface="Arial"/>
                <a:ea typeface="Arial"/>
                <a:cs typeface="Arial"/>
              </a:defRPr>
            </a:lvl2pPr>
            <a:lvl3pPr>
              <a:defRPr sz="1425" b="1">
                <a:solidFill>
                  <a:srgbClr val="65C5FF"/>
                </a:solidFill>
                <a:latin typeface="Arial"/>
                <a:ea typeface="Arial"/>
                <a:cs typeface="Arial"/>
              </a:defRPr>
            </a:lvl3pPr>
            <a:lvl4pPr>
              <a:defRPr sz="1425" b="1">
                <a:solidFill>
                  <a:srgbClr val="65C5FF"/>
                </a:solidFill>
                <a:latin typeface="Arial"/>
                <a:ea typeface="Arial"/>
                <a:cs typeface="Arial"/>
              </a:defRPr>
            </a:lvl4pPr>
            <a:lvl5pPr>
              <a:defRPr sz="1425" b="1">
                <a:solidFill>
                  <a:srgbClr val="65C5FF"/>
                </a:solidFill>
                <a:latin typeface="Arial"/>
                <a:ea typeface="Arial"/>
                <a:cs typeface="Arial"/>
              </a:defRPr>
            </a:lvl5pPr>
            <a:lvl6pPr>
              <a:defRPr sz="1425" b="1">
                <a:solidFill>
                  <a:srgbClr val="65C5FF"/>
                </a:solidFill>
                <a:latin typeface="Arial"/>
                <a:ea typeface="Arial"/>
                <a:cs typeface="Arial"/>
              </a:defRPr>
            </a:lvl6pPr>
            <a:lvl7pPr>
              <a:defRPr sz="1425" b="1">
                <a:solidFill>
                  <a:srgbClr val="65C5FF"/>
                </a:solidFill>
                <a:latin typeface="Arial"/>
                <a:ea typeface="Arial"/>
                <a:cs typeface="Arial"/>
              </a:defRPr>
            </a:lvl7pPr>
            <a:lvl8pPr>
              <a:defRPr sz="1425" b="1">
                <a:solidFill>
                  <a:srgbClr val="65C5FF"/>
                </a:solidFill>
                <a:latin typeface="Arial"/>
                <a:ea typeface="Arial"/>
                <a:cs typeface="Arial"/>
              </a:defRPr>
            </a:lvl8pPr>
            <a:lvl9pPr>
              <a:defRPr sz="1425" b="1">
                <a:solidFill>
                  <a:srgbClr val="65C5FF"/>
                </a:solidFill>
                <a:latin typeface="Arial"/>
                <a:ea typeface="Arial"/>
                <a:cs typeface="Arial"/>
              </a:defRPr>
            </a:lvl9pPr>
          </a:lstStyle>
          <a:p xmlns:a="http://schemas.openxmlformats.org/drawingml/2006/main">
            <a:pPr>
              <a:defRPr sz="1425" b="1">
                <a:solidFill>
                  <a:srgbClr val="65C5FF"/>
                </a:solidFill>
                <a:latin typeface="Arial"/>
                <a:ea typeface="Arial"/>
                <a:cs typeface="Arial"/>
              </a:defRPr>
            </a:pPr>
            <a:r>
              <a:rPr sz="1425" b="1">
                <a:solidFill>
                  <a:srgbClr val="65C5FF"/>
                </a:solidFill>
                <a:latin typeface="Arial"/>
                <a:ea typeface="Arial"/>
                <a:cs typeface="Arial"/>
              </a:rPr>
              <a:t>DAYS 08–14</a:t>
            </a:r>
          </a:p>
        </p:txBody>
      </p:sp>
      <p:sp>
        <p:nvSpPr>
          <p:cNvPr id="9" name="">
            <a:extLst xmlns:a="http://schemas.openxmlformats.org/drawingml/2006/main">
              <a:ext uri="{FF2B5EF4-FFF2-40B4-BE49-F238E27FC236}">
                <a16:creationId xmlns:a16="http://schemas.microsoft.com/office/drawing/2014/main" id="{A73F011A-5E28-4995-BA15-2ACA2B77F90C}"/>
              </a:ext>
            </a:extLst>
          </p:cNvPr>
          <p:cNvSpPr>
            <a:spLocks xmlns:a="http://schemas.openxmlformats.org/drawingml/2006/main" noGrp="1"/>
          </p:cNvSpPr>
          <p:nvPr/>
        </p:nvSpPr>
        <p:spPr>
          <a:xfrm xmlns:a="http://schemas.openxmlformats.org/drawingml/2006/main">
            <a:off x="4400550" y="28860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Creative + instrumentation</a:t>
            </a:r>
          </a:p>
        </p:txBody>
      </p:sp>
      <p:sp>
        <p:nvSpPr>
          <p:cNvPr id="10" name="">
            <a:extLst xmlns:a="http://schemas.openxmlformats.org/drawingml/2006/main">
              <a:ext uri="{FF2B5EF4-FFF2-40B4-BE49-F238E27FC236}">
                <a16:creationId xmlns:a16="http://schemas.microsoft.com/office/drawing/2014/main" id="{42745DC8-580F-4CF6-945B-B841265124C6}"/>
              </a:ext>
            </a:extLst>
          </p:cNvPr>
          <p:cNvSpPr>
            <a:spLocks xmlns:a="http://schemas.openxmlformats.org/drawingml/2006/main" noGrp="1"/>
          </p:cNvSpPr>
          <p:nvPr/>
        </p:nvSpPr>
        <p:spPr>
          <a:xfrm xmlns:a="http://schemas.openxmlformats.org/drawingml/2006/main">
            <a:off x="4400550" y="3781425"/>
            <a:ext cx="3352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Produce matched variants from two episodes per show. QA captions, spoiler treatment, UTMs and consented event collection.</a:t>
            </a:r>
          </a:p>
        </p:txBody>
      </p:sp>
      <p:sp>
        <p:nvSpPr>
          <p:cNvPr id="11" name="">
            <a:extLst xmlns:a="http://schemas.openxmlformats.org/drawingml/2006/main">
              <a:ext uri="{FF2B5EF4-FFF2-40B4-BE49-F238E27FC236}">
                <a16:creationId xmlns:a16="http://schemas.microsoft.com/office/drawing/2014/main" id="{FE56FAAA-41A5-401E-B2A9-3167C62CDDFE}"/>
              </a:ext>
            </a:extLst>
          </p:cNvPr>
          <p:cNvSpPr>
            <a:spLocks xmlns:a="http://schemas.openxmlformats.org/drawingml/2006/main" noGrp="1"/>
          </p:cNvSpPr>
          <p:nvPr/>
        </p:nvSpPr>
        <p:spPr>
          <a:xfrm xmlns:a="http://schemas.openxmlformats.org/drawingml/2006/main">
            <a:off x="8191500" y="233362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65C5FF"/>
                </a:solidFill>
                <a:latin typeface="Arial"/>
                <a:ea typeface="Arial"/>
                <a:cs typeface="Arial"/>
              </a:defRPr>
            </a:defPPr>
            <a:lvl1pPr>
              <a:defRPr sz="1425" b="1">
                <a:solidFill>
                  <a:srgbClr val="65C5FF"/>
                </a:solidFill>
                <a:latin typeface="Arial"/>
                <a:ea typeface="Arial"/>
                <a:cs typeface="Arial"/>
              </a:defRPr>
            </a:lvl1pPr>
            <a:lvl2pPr>
              <a:defRPr sz="1425" b="1">
                <a:solidFill>
                  <a:srgbClr val="65C5FF"/>
                </a:solidFill>
                <a:latin typeface="Arial"/>
                <a:ea typeface="Arial"/>
                <a:cs typeface="Arial"/>
              </a:defRPr>
            </a:lvl2pPr>
            <a:lvl3pPr>
              <a:defRPr sz="1425" b="1">
                <a:solidFill>
                  <a:srgbClr val="65C5FF"/>
                </a:solidFill>
                <a:latin typeface="Arial"/>
                <a:ea typeface="Arial"/>
                <a:cs typeface="Arial"/>
              </a:defRPr>
            </a:lvl3pPr>
            <a:lvl4pPr>
              <a:defRPr sz="1425" b="1">
                <a:solidFill>
                  <a:srgbClr val="65C5FF"/>
                </a:solidFill>
                <a:latin typeface="Arial"/>
                <a:ea typeface="Arial"/>
                <a:cs typeface="Arial"/>
              </a:defRPr>
            </a:lvl4pPr>
            <a:lvl5pPr>
              <a:defRPr sz="1425" b="1">
                <a:solidFill>
                  <a:srgbClr val="65C5FF"/>
                </a:solidFill>
                <a:latin typeface="Arial"/>
                <a:ea typeface="Arial"/>
                <a:cs typeface="Arial"/>
              </a:defRPr>
            </a:lvl5pPr>
            <a:lvl6pPr>
              <a:defRPr sz="1425" b="1">
                <a:solidFill>
                  <a:srgbClr val="65C5FF"/>
                </a:solidFill>
                <a:latin typeface="Arial"/>
                <a:ea typeface="Arial"/>
                <a:cs typeface="Arial"/>
              </a:defRPr>
            </a:lvl6pPr>
            <a:lvl7pPr>
              <a:defRPr sz="1425" b="1">
                <a:solidFill>
                  <a:srgbClr val="65C5FF"/>
                </a:solidFill>
                <a:latin typeface="Arial"/>
                <a:ea typeface="Arial"/>
                <a:cs typeface="Arial"/>
              </a:defRPr>
            </a:lvl7pPr>
            <a:lvl8pPr>
              <a:defRPr sz="1425" b="1">
                <a:solidFill>
                  <a:srgbClr val="65C5FF"/>
                </a:solidFill>
                <a:latin typeface="Arial"/>
                <a:ea typeface="Arial"/>
                <a:cs typeface="Arial"/>
              </a:defRPr>
            </a:lvl8pPr>
            <a:lvl9pPr>
              <a:defRPr sz="1425" b="1">
                <a:solidFill>
                  <a:srgbClr val="65C5FF"/>
                </a:solidFill>
                <a:latin typeface="Arial"/>
                <a:ea typeface="Arial"/>
                <a:cs typeface="Arial"/>
              </a:defRPr>
            </a:lvl9pPr>
          </a:lstStyle>
          <a:p xmlns:a="http://schemas.openxmlformats.org/drawingml/2006/main">
            <a:pPr>
              <a:defRPr sz="1425" b="1">
                <a:solidFill>
                  <a:srgbClr val="65C5FF"/>
                </a:solidFill>
                <a:latin typeface="Arial"/>
                <a:ea typeface="Arial"/>
                <a:cs typeface="Arial"/>
              </a:defRPr>
            </a:pPr>
            <a:r>
              <a:rPr sz="1425" b="1">
                <a:solidFill>
                  <a:srgbClr val="65C5FF"/>
                </a:solidFill>
                <a:latin typeface="Arial"/>
                <a:ea typeface="Arial"/>
                <a:cs typeface="Arial"/>
              </a:rPr>
              <a:t>DAYS 15–30</a:t>
            </a:r>
          </a:p>
        </p:txBody>
      </p:sp>
      <p:sp>
        <p:nvSpPr>
          <p:cNvPr id="12" name="">
            <a:extLst xmlns:a="http://schemas.openxmlformats.org/drawingml/2006/main">
              <a:ext uri="{FF2B5EF4-FFF2-40B4-BE49-F238E27FC236}">
                <a16:creationId xmlns:a16="http://schemas.microsoft.com/office/drawing/2014/main" id="{9CBB9E9D-4F3A-44F2-A2B0-22A39A32424F}"/>
              </a:ext>
            </a:extLst>
          </p:cNvPr>
          <p:cNvSpPr>
            <a:spLocks xmlns:a="http://schemas.openxmlformats.org/drawingml/2006/main" noGrp="1"/>
          </p:cNvSpPr>
          <p:nvPr/>
        </p:nvSpPr>
        <p:spPr>
          <a:xfrm xmlns:a="http://schemas.openxmlformats.org/drawingml/2006/main">
            <a:off x="8191500" y="28860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Test + decision</a:t>
            </a:r>
          </a:p>
        </p:txBody>
      </p:sp>
      <p:sp>
        <p:nvSpPr>
          <p:cNvPr id="13" name="">
            <a:extLst xmlns:a="http://schemas.openxmlformats.org/drawingml/2006/main">
              <a:ext uri="{FF2B5EF4-FFF2-40B4-BE49-F238E27FC236}">
                <a16:creationId xmlns:a16="http://schemas.microsoft.com/office/drawing/2014/main" id="{2F1E63FE-39C8-42D6-B54C-B5CD62CD91E7}"/>
              </a:ext>
            </a:extLst>
          </p:cNvPr>
          <p:cNvSpPr>
            <a:spLocks xmlns:a="http://schemas.openxmlformats.org/drawingml/2006/main" noGrp="1"/>
          </p:cNvSpPr>
          <p:nvPr/>
        </p:nvSpPr>
        <p:spPr>
          <a:xfrm xmlns:a="http://schemas.openxmlformats.org/drawingml/2006/main">
            <a:off x="8191500" y="3781425"/>
            <a:ext cx="3352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Run the prespecified test. Report effect and confidence interval. Scale only if visits improve without material guardrail harm.</a:t>
            </a:r>
          </a:p>
        </p:txBody>
      </p:sp>
      <p:sp>
        <p:nvSpPr>
          <p:cNvPr id="14" name="">
            <a:extLst xmlns:a="http://schemas.openxmlformats.org/drawingml/2006/main">
              <a:ext uri="{FF2B5EF4-FFF2-40B4-BE49-F238E27FC236}">
                <a16:creationId xmlns:a16="http://schemas.microsoft.com/office/drawing/2014/main" id="{00E74AEF-79BB-41C0-8677-BAD45E28A523}"/>
              </a:ext>
            </a:extLst>
          </p:cNvPr>
          <p:cNvSpPr>
            <a:spLocks xmlns:a="http://schemas.openxmlformats.org/drawingml/2006/main" noGrp="1"/>
          </p:cNvSpPr>
          <p:nvPr/>
        </p:nvSpPr>
        <p:spPr>
          <a:xfrm xmlns:a="http://schemas.openxmlformats.org/drawingml/2006/main">
            <a:off x="609600" y="56959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5C5FF"/>
                </a:solidFill>
                <a:latin typeface="Arial"/>
                <a:ea typeface="Arial"/>
                <a:cs typeface="Arial"/>
              </a:defRPr>
            </a:defPPr>
            <a:lvl1pPr>
              <a:defRPr sz="1725" b="0">
                <a:solidFill>
                  <a:srgbClr val="65C5FF"/>
                </a:solidFill>
                <a:latin typeface="Arial"/>
                <a:ea typeface="Arial"/>
                <a:cs typeface="Arial"/>
              </a:defRPr>
            </a:lvl1pPr>
            <a:lvl2pPr>
              <a:defRPr sz="1725" b="0">
                <a:solidFill>
                  <a:srgbClr val="65C5FF"/>
                </a:solidFill>
                <a:latin typeface="Arial"/>
                <a:ea typeface="Arial"/>
                <a:cs typeface="Arial"/>
              </a:defRPr>
            </a:lvl2pPr>
            <a:lvl3pPr>
              <a:defRPr sz="1725" b="0">
                <a:solidFill>
                  <a:srgbClr val="65C5FF"/>
                </a:solidFill>
                <a:latin typeface="Arial"/>
                <a:ea typeface="Arial"/>
                <a:cs typeface="Arial"/>
              </a:defRPr>
            </a:lvl3pPr>
            <a:lvl4pPr>
              <a:defRPr sz="1725" b="0">
                <a:solidFill>
                  <a:srgbClr val="65C5FF"/>
                </a:solidFill>
                <a:latin typeface="Arial"/>
                <a:ea typeface="Arial"/>
                <a:cs typeface="Arial"/>
              </a:defRPr>
            </a:lvl4pPr>
            <a:lvl5pPr>
              <a:defRPr sz="1725" b="0">
                <a:solidFill>
                  <a:srgbClr val="65C5FF"/>
                </a:solidFill>
                <a:latin typeface="Arial"/>
                <a:ea typeface="Arial"/>
                <a:cs typeface="Arial"/>
              </a:defRPr>
            </a:lvl5pPr>
            <a:lvl6pPr>
              <a:defRPr sz="1725" b="0">
                <a:solidFill>
                  <a:srgbClr val="65C5FF"/>
                </a:solidFill>
                <a:latin typeface="Arial"/>
                <a:ea typeface="Arial"/>
                <a:cs typeface="Arial"/>
              </a:defRPr>
            </a:lvl6pPr>
            <a:lvl7pPr>
              <a:defRPr sz="1725" b="0">
                <a:solidFill>
                  <a:srgbClr val="65C5FF"/>
                </a:solidFill>
                <a:latin typeface="Arial"/>
                <a:ea typeface="Arial"/>
                <a:cs typeface="Arial"/>
              </a:defRPr>
            </a:lvl7pPr>
            <a:lvl8pPr>
              <a:defRPr sz="1725" b="0">
                <a:solidFill>
                  <a:srgbClr val="65C5FF"/>
                </a:solidFill>
                <a:latin typeface="Arial"/>
                <a:ea typeface="Arial"/>
                <a:cs typeface="Arial"/>
              </a:defRPr>
            </a:lvl8pPr>
            <a:lvl9pPr>
              <a:defRPr sz="1725" b="0">
                <a:solidFill>
                  <a:srgbClr val="65C5FF"/>
                </a:solidFill>
                <a:latin typeface="Arial"/>
                <a:ea typeface="Arial"/>
                <a:cs typeface="Arial"/>
              </a:defRPr>
            </a:lvl9pPr>
          </a:lstStyle>
          <a:p xmlns:a="http://schemas.openxmlformats.org/drawingml/2006/main">
            <a:pPr>
              <a:defRPr sz="1725" b="0">
                <a:solidFill>
                  <a:srgbClr val="65C5FF"/>
                </a:solidFill>
                <a:latin typeface="Arial"/>
                <a:ea typeface="Arial"/>
                <a:cs typeface="Arial"/>
              </a:defRPr>
            </a:pPr>
            <a:r>
              <a:rPr sz="1725" b="0">
                <a:solidFill>
                  <a:srgbClr val="65C5FF"/>
                </a:solidFill>
                <a:latin typeface="Arial"/>
                <a:ea typeface="Arial"/>
                <a:cs typeface="Arial"/>
              </a:rPr>
              <a:t>Delivery: executive deck, open data, calculation notes and a public-source portfolio site</a:t>
            </a:r>
          </a:p>
        </p:txBody>
      </p:sp>
    </p:spTree>
    <p:extLst>
      <p:ext uri="{BB962C8B-B14F-4D97-AF65-F5344CB8AC3E}">
        <p14:creationId xmlns:p14="http://schemas.microsoft.com/office/powerpoint/2010/main" val="10193672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2026-10-19T23:33:02.8660000Z</dcterms:created>
  <dcterms:modified xsi:type="dcterms:W3CDTF">2026-10-19T23:33:02.8660000Z</dcterms:modified>
</coreProperties>
</file>